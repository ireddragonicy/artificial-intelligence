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4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80" r:id="rId11"/>
    <p:sldId id="279" r:id="rId12"/>
    <p:sldId id="264" r:id="rId13"/>
    <p:sldId id="265" r:id="rId14"/>
    <p:sldId id="266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0"/>
    <p:restoredTop sz="94674"/>
  </p:normalViewPr>
  <p:slideViewPr>
    <p:cSldViewPr snapToGrid="0" snapToObjects="1">
      <p:cViewPr varScale="1">
        <p:scale>
          <a:sx n="69" d="100"/>
          <a:sy n="69" d="100"/>
        </p:scale>
        <p:origin x="7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79CD72-143A-D842-9FCA-2EBA42DDE357}" type="doc">
      <dgm:prSet loTypeId="urn:microsoft.com/office/officeart/2005/8/layout/hierarchy4" loCatId="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B1090404-4A7A-004D-91E6-4CB8C05F4E28}">
      <dgm:prSet phldrT="[Text]"/>
      <dgm:spPr/>
      <dgm:t>
        <a:bodyPr/>
        <a:lstStyle/>
        <a:p>
          <a:r>
            <a:rPr lang="en-ID" dirty="0"/>
            <a:t>DEFINISI SISTEM PAKAR </a:t>
          </a:r>
          <a:endParaRPr lang="en-US" dirty="0"/>
        </a:p>
      </dgm:t>
    </dgm:pt>
    <dgm:pt modelId="{43AA2291-725C-AF40-B0B6-BC74049ACEA9}" type="parTrans" cxnId="{818440E7-CC6A-E24C-814B-64976BADAB2B}">
      <dgm:prSet/>
      <dgm:spPr/>
      <dgm:t>
        <a:bodyPr/>
        <a:lstStyle/>
        <a:p>
          <a:endParaRPr lang="en-US"/>
        </a:p>
      </dgm:t>
    </dgm:pt>
    <dgm:pt modelId="{A9D23252-5335-FA40-AA19-81E24E436C6C}" type="sibTrans" cxnId="{818440E7-CC6A-E24C-814B-64976BADAB2B}">
      <dgm:prSet/>
      <dgm:spPr/>
      <dgm:t>
        <a:bodyPr/>
        <a:lstStyle/>
        <a:p>
          <a:endParaRPr lang="en-US"/>
        </a:p>
      </dgm:t>
    </dgm:pt>
    <dgm:pt modelId="{4DBAE397-8D3E-D44C-A42B-1C6A421F7A7F}">
      <dgm:prSet phldrT="[Text]"/>
      <dgm:spPr/>
      <dgm:t>
        <a:bodyPr/>
        <a:lstStyle/>
        <a:p>
          <a:r>
            <a:rPr lang="en-ID" dirty="0" err="1"/>
            <a:t>Sistem</a:t>
          </a:r>
          <a:r>
            <a:rPr lang="en-ID" dirty="0"/>
            <a:t> </a:t>
          </a:r>
          <a:r>
            <a:rPr lang="en-ID" dirty="0" err="1"/>
            <a:t>komputer</a:t>
          </a:r>
          <a:r>
            <a:rPr lang="en-ID" dirty="0"/>
            <a:t> yang </a:t>
          </a:r>
          <a:r>
            <a:rPr lang="en-ID" dirty="0" err="1"/>
            <a:t>dapat</a:t>
          </a:r>
          <a:r>
            <a:rPr lang="en-ID" dirty="0"/>
            <a:t> </a:t>
          </a:r>
          <a:r>
            <a:rPr lang="en-ID" dirty="0" err="1"/>
            <a:t>melakukan</a:t>
          </a:r>
          <a:r>
            <a:rPr lang="en-ID" dirty="0"/>
            <a:t> </a:t>
          </a:r>
          <a:r>
            <a:rPr lang="en-ID" dirty="0" err="1"/>
            <a:t>penalaran</a:t>
          </a:r>
          <a:r>
            <a:rPr lang="en-ID" dirty="0"/>
            <a:t> </a:t>
          </a:r>
          <a:r>
            <a:rPr lang="en-ID" dirty="0" err="1"/>
            <a:t>terhadap</a:t>
          </a:r>
          <a:r>
            <a:rPr lang="en-ID" dirty="0"/>
            <a:t> </a:t>
          </a:r>
          <a:r>
            <a:rPr lang="en-ID" dirty="0" err="1"/>
            <a:t>persoalan</a:t>
          </a:r>
          <a:r>
            <a:rPr lang="en-ID" dirty="0"/>
            <a:t> </a:t>
          </a:r>
          <a:r>
            <a:rPr lang="en-ID" dirty="0" err="1"/>
            <a:t>tertentu</a:t>
          </a:r>
          <a:r>
            <a:rPr lang="en-ID" dirty="0"/>
            <a:t> </a:t>
          </a:r>
          <a:r>
            <a:rPr lang="en-ID" dirty="0" err="1"/>
            <a:t>seperti</a:t>
          </a:r>
          <a:r>
            <a:rPr lang="en-ID" dirty="0"/>
            <a:t> </a:t>
          </a:r>
          <a:r>
            <a:rPr lang="en-ID" dirty="0" err="1"/>
            <a:t>penalaran</a:t>
          </a:r>
          <a:r>
            <a:rPr lang="en-ID" dirty="0"/>
            <a:t> yang </a:t>
          </a:r>
          <a:r>
            <a:rPr lang="en-ID" dirty="0" err="1"/>
            <a:t>dilakukan</a:t>
          </a:r>
          <a:r>
            <a:rPr lang="en-ID" dirty="0"/>
            <a:t> </a:t>
          </a:r>
          <a:r>
            <a:rPr lang="en-ID" dirty="0" err="1"/>
            <a:t>manusia</a:t>
          </a:r>
          <a:r>
            <a:rPr lang="en-ID" dirty="0"/>
            <a:t> (Michael P. </a:t>
          </a:r>
          <a:r>
            <a:rPr lang="en-ID" dirty="0" err="1"/>
            <a:t>Geografi</a:t>
          </a:r>
          <a:r>
            <a:rPr lang="en-ID" dirty="0"/>
            <a:t>) </a:t>
          </a:r>
        </a:p>
      </dgm:t>
    </dgm:pt>
    <dgm:pt modelId="{BA00DCC0-5AE4-8F49-ADE8-979630D5FC7E}" type="parTrans" cxnId="{E125D6D5-34BB-3B4D-A3A1-E4856DA13584}">
      <dgm:prSet/>
      <dgm:spPr/>
      <dgm:t>
        <a:bodyPr/>
        <a:lstStyle/>
        <a:p>
          <a:endParaRPr lang="en-US"/>
        </a:p>
      </dgm:t>
    </dgm:pt>
    <dgm:pt modelId="{CDCF17D2-C3BB-EB49-9986-00D1A8169D63}" type="sibTrans" cxnId="{E125D6D5-34BB-3B4D-A3A1-E4856DA13584}">
      <dgm:prSet/>
      <dgm:spPr/>
      <dgm:t>
        <a:bodyPr/>
        <a:lstStyle/>
        <a:p>
          <a:endParaRPr lang="en-US"/>
        </a:p>
      </dgm:t>
    </dgm:pt>
    <dgm:pt modelId="{B5FC559D-5BD5-9E46-9A89-36E29268983C}">
      <dgm:prSet phldrT="[Text]"/>
      <dgm:spPr/>
      <dgm:t>
        <a:bodyPr/>
        <a:lstStyle/>
        <a:p>
          <a:r>
            <a:rPr lang="en-ID" dirty="0" err="1"/>
            <a:t>Sistem</a:t>
          </a:r>
          <a:r>
            <a:rPr lang="en-ID" dirty="0"/>
            <a:t> </a:t>
          </a:r>
          <a:r>
            <a:rPr lang="en-ID" dirty="0" err="1"/>
            <a:t>Komputer</a:t>
          </a:r>
          <a:r>
            <a:rPr lang="en-ID" dirty="0"/>
            <a:t> yang </a:t>
          </a:r>
          <a:r>
            <a:rPr lang="en-ID" dirty="0" err="1"/>
            <a:t>bisa</a:t>
          </a:r>
          <a:r>
            <a:rPr lang="en-ID" dirty="0"/>
            <a:t> </a:t>
          </a:r>
          <a:r>
            <a:rPr lang="en-ID" dirty="0" err="1"/>
            <a:t>menyamai</a:t>
          </a:r>
          <a:r>
            <a:rPr lang="en-ID" dirty="0"/>
            <a:t> </a:t>
          </a:r>
          <a:r>
            <a:rPr lang="en-ID" dirty="0" err="1"/>
            <a:t>atau</a:t>
          </a:r>
          <a:r>
            <a:rPr lang="en-ID" dirty="0"/>
            <a:t> </a:t>
          </a:r>
          <a:r>
            <a:rPr lang="en-ID" dirty="0" err="1"/>
            <a:t>meniru</a:t>
          </a:r>
          <a:r>
            <a:rPr lang="en-ID" dirty="0"/>
            <a:t> </a:t>
          </a:r>
          <a:r>
            <a:rPr lang="en-ID" dirty="0" err="1"/>
            <a:t>kemampuan</a:t>
          </a:r>
          <a:r>
            <a:rPr lang="en-ID" dirty="0"/>
            <a:t> </a:t>
          </a:r>
          <a:r>
            <a:rPr lang="en-ID" dirty="0" err="1"/>
            <a:t>seorang</a:t>
          </a:r>
          <a:r>
            <a:rPr lang="en-ID" dirty="0"/>
            <a:t> </a:t>
          </a:r>
          <a:r>
            <a:rPr lang="en-ID" dirty="0" err="1"/>
            <a:t>pakar</a:t>
          </a:r>
          <a:r>
            <a:rPr lang="en-ID" dirty="0"/>
            <a:t> (</a:t>
          </a:r>
          <a:r>
            <a:rPr lang="en-ID" dirty="0" err="1"/>
            <a:t>Giarratano</a:t>
          </a:r>
          <a:r>
            <a:rPr lang="en-ID" dirty="0"/>
            <a:t> </a:t>
          </a:r>
          <a:r>
            <a:rPr lang="en-ID" dirty="0" err="1"/>
            <a:t>dan</a:t>
          </a:r>
          <a:r>
            <a:rPr lang="en-ID" dirty="0"/>
            <a:t> Riley) </a:t>
          </a:r>
          <a:endParaRPr lang="en-US" dirty="0"/>
        </a:p>
      </dgm:t>
    </dgm:pt>
    <dgm:pt modelId="{05FE1D0C-D877-2D4B-A920-BC9AF1CC4483}" type="parTrans" cxnId="{72F195A4-1DC0-024E-A0BA-BDC9FFB6E984}">
      <dgm:prSet/>
      <dgm:spPr/>
      <dgm:t>
        <a:bodyPr/>
        <a:lstStyle/>
        <a:p>
          <a:endParaRPr lang="en-US"/>
        </a:p>
      </dgm:t>
    </dgm:pt>
    <dgm:pt modelId="{43245229-E808-1C42-8C2D-768B6725F309}" type="sibTrans" cxnId="{72F195A4-1DC0-024E-A0BA-BDC9FFB6E984}">
      <dgm:prSet/>
      <dgm:spPr/>
      <dgm:t>
        <a:bodyPr/>
        <a:lstStyle/>
        <a:p>
          <a:endParaRPr lang="en-US"/>
        </a:p>
      </dgm:t>
    </dgm:pt>
    <dgm:pt modelId="{7BBC547D-7540-4746-801C-5FD709A684A5}">
      <dgm:prSet phldrT="[Text]"/>
      <dgm:spPr/>
      <dgm:t>
        <a:bodyPr/>
        <a:lstStyle/>
        <a:p>
          <a:r>
            <a:rPr lang="en-ID"/>
            <a:t>Program komputer yang dimanfaatkan untuk meniru proses pengambilan keputusan seorang pakar dalam bidang tertentu (Michael W. Parks) </a:t>
          </a:r>
          <a:endParaRPr lang="en-US" dirty="0"/>
        </a:p>
      </dgm:t>
    </dgm:pt>
    <dgm:pt modelId="{8D01363F-02BA-8546-937C-2B4907DBCE5D}" type="parTrans" cxnId="{4BC9ED08-BF3C-FE4B-9B83-26625A355E2F}">
      <dgm:prSet/>
      <dgm:spPr/>
      <dgm:t>
        <a:bodyPr/>
        <a:lstStyle/>
        <a:p>
          <a:endParaRPr lang="en-US"/>
        </a:p>
      </dgm:t>
    </dgm:pt>
    <dgm:pt modelId="{F4011D6D-F0A4-544E-AEF4-6F640AAB530E}" type="sibTrans" cxnId="{4BC9ED08-BF3C-FE4B-9B83-26625A355E2F}">
      <dgm:prSet/>
      <dgm:spPr/>
      <dgm:t>
        <a:bodyPr/>
        <a:lstStyle/>
        <a:p>
          <a:endParaRPr lang="en-US"/>
        </a:p>
      </dgm:t>
    </dgm:pt>
    <dgm:pt modelId="{31E61924-5EC8-3B44-B440-25FA2AFB31E5}" type="pres">
      <dgm:prSet presAssocID="{3879CD72-143A-D842-9FCA-2EBA42DDE357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DBF7B19-D25D-7D4F-857E-85B71F893899}" type="pres">
      <dgm:prSet presAssocID="{B1090404-4A7A-004D-91E6-4CB8C05F4E28}" presName="vertOne" presStyleCnt="0"/>
      <dgm:spPr/>
    </dgm:pt>
    <dgm:pt modelId="{35063774-5333-6040-BF58-1479E6B080EB}" type="pres">
      <dgm:prSet presAssocID="{B1090404-4A7A-004D-91E6-4CB8C05F4E28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C6EEDC5-F4BC-EE49-8118-FB31C5E3C569}" type="pres">
      <dgm:prSet presAssocID="{B1090404-4A7A-004D-91E6-4CB8C05F4E28}" presName="parTransOne" presStyleCnt="0"/>
      <dgm:spPr/>
    </dgm:pt>
    <dgm:pt modelId="{DD50C143-1E14-CA46-A37F-F68323696FBC}" type="pres">
      <dgm:prSet presAssocID="{B1090404-4A7A-004D-91E6-4CB8C05F4E28}" presName="horzOne" presStyleCnt="0"/>
      <dgm:spPr/>
    </dgm:pt>
    <dgm:pt modelId="{A28941CE-522A-1B48-B573-7F7D31DB720F}" type="pres">
      <dgm:prSet presAssocID="{4DBAE397-8D3E-D44C-A42B-1C6A421F7A7F}" presName="vertTwo" presStyleCnt="0"/>
      <dgm:spPr/>
    </dgm:pt>
    <dgm:pt modelId="{F9844FAF-7A7C-8344-A7DD-EDD0ED3FB533}" type="pres">
      <dgm:prSet presAssocID="{4DBAE397-8D3E-D44C-A42B-1C6A421F7A7F}" presName="txTwo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2A16BA-095D-724F-B6FB-4FC060C2D0A8}" type="pres">
      <dgm:prSet presAssocID="{4DBAE397-8D3E-D44C-A42B-1C6A421F7A7F}" presName="horzTwo" presStyleCnt="0"/>
      <dgm:spPr/>
    </dgm:pt>
    <dgm:pt modelId="{DB59249C-C360-0341-8CB2-53BEEB061ECA}" type="pres">
      <dgm:prSet presAssocID="{CDCF17D2-C3BB-EB49-9986-00D1A8169D63}" presName="sibSpaceTwo" presStyleCnt="0"/>
      <dgm:spPr/>
    </dgm:pt>
    <dgm:pt modelId="{27BCFBB4-370F-E048-837A-73B62E237105}" type="pres">
      <dgm:prSet presAssocID="{B5FC559D-5BD5-9E46-9A89-36E29268983C}" presName="vertTwo" presStyleCnt="0"/>
      <dgm:spPr/>
    </dgm:pt>
    <dgm:pt modelId="{A444F68B-F451-4042-A5E7-1204117163D8}" type="pres">
      <dgm:prSet presAssocID="{B5FC559D-5BD5-9E46-9A89-36E29268983C}" presName="txTwo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5C79EDC-E5CA-B343-A159-D300F4ABB88D}" type="pres">
      <dgm:prSet presAssocID="{B5FC559D-5BD5-9E46-9A89-36E29268983C}" presName="horzTwo" presStyleCnt="0"/>
      <dgm:spPr/>
    </dgm:pt>
    <dgm:pt modelId="{388EA433-432C-4545-9175-4867ED63B87F}" type="pres">
      <dgm:prSet presAssocID="{43245229-E808-1C42-8C2D-768B6725F309}" presName="sibSpaceTwo" presStyleCnt="0"/>
      <dgm:spPr/>
    </dgm:pt>
    <dgm:pt modelId="{B25026E6-C9F1-EF4B-A15B-507CE5AC2E2E}" type="pres">
      <dgm:prSet presAssocID="{7BBC547D-7540-4746-801C-5FD709A684A5}" presName="vertTwo" presStyleCnt="0"/>
      <dgm:spPr/>
    </dgm:pt>
    <dgm:pt modelId="{83012E35-90FB-FA4C-8798-E024962293B1}" type="pres">
      <dgm:prSet presAssocID="{7BBC547D-7540-4746-801C-5FD709A684A5}" presName="txTwo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14A7525-41A9-7D4C-84D5-F3F836E17F8A}" type="pres">
      <dgm:prSet presAssocID="{7BBC547D-7540-4746-801C-5FD709A684A5}" presName="horzTwo" presStyleCnt="0"/>
      <dgm:spPr/>
    </dgm:pt>
  </dgm:ptLst>
  <dgm:cxnLst>
    <dgm:cxn modelId="{72F195A4-1DC0-024E-A0BA-BDC9FFB6E984}" srcId="{B1090404-4A7A-004D-91E6-4CB8C05F4E28}" destId="{B5FC559D-5BD5-9E46-9A89-36E29268983C}" srcOrd="1" destOrd="0" parTransId="{05FE1D0C-D877-2D4B-A920-BC9AF1CC4483}" sibTransId="{43245229-E808-1C42-8C2D-768B6725F309}"/>
    <dgm:cxn modelId="{E125D6D5-34BB-3B4D-A3A1-E4856DA13584}" srcId="{B1090404-4A7A-004D-91E6-4CB8C05F4E28}" destId="{4DBAE397-8D3E-D44C-A42B-1C6A421F7A7F}" srcOrd="0" destOrd="0" parTransId="{BA00DCC0-5AE4-8F49-ADE8-979630D5FC7E}" sibTransId="{CDCF17D2-C3BB-EB49-9986-00D1A8169D63}"/>
    <dgm:cxn modelId="{4BC9ED08-BF3C-FE4B-9B83-26625A355E2F}" srcId="{B1090404-4A7A-004D-91E6-4CB8C05F4E28}" destId="{7BBC547D-7540-4746-801C-5FD709A684A5}" srcOrd="2" destOrd="0" parTransId="{8D01363F-02BA-8546-937C-2B4907DBCE5D}" sibTransId="{F4011D6D-F0A4-544E-AEF4-6F640AAB530E}"/>
    <dgm:cxn modelId="{EDEB6514-7027-5C41-9CA0-E9D4DF67F095}" type="presOf" srcId="{B5FC559D-5BD5-9E46-9A89-36E29268983C}" destId="{A444F68B-F451-4042-A5E7-1204117163D8}" srcOrd="0" destOrd="0" presId="urn:microsoft.com/office/officeart/2005/8/layout/hierarchy4"/>
    <dgm:cxn modelId="{9EAF2C31-131E-F849-BBDF-9C6C961D4336}" type="presOf" srcId="{B1090404-4A7A-004D-91E6-4CB8C05F4E28}" destId="{35063774-5333-6040-BF58-1479E6B080EB}" srcOrd="0" destOrd="0" presId="urn:microsoft.com/office/officeart/2005/8/layout/hierarchy4"/>
    <dgm:cxn modelId="{468AA79F-4928-5348-AA8F-F8852B45218F}" type="presOf" srcId="{7BBC547D-7540-4746-801C-5FD709A684A5}" destId="{83012E35-90FB-FA4C-8798-E024962293B1}" srcOrd="0" destOrd="0" presId="urn:microsoft.com/office/officeart/2005/8/layout/hierarchy4"/>
    <dgm:cxn modelId="{5A5BE372-EC3D-5C4D-85DF-FE28B42A7807}" type="presOf" srcId="{3879CD72-143A-D842-9FCA-2EBA42DDE357}" destId="{31E61924-5EC8-3B44-B440-25FA2AFB31E5}" srcOrd="0" destOrd="0" presId="urn:microsoft.com/office/officeart/2005/8/layout/hierarchy4"/>
    <dgm:cxn modelId="{EB85F93E-21A1-C34C-AFE5-CD6BCE7FF2EE}" type="presOf" srcId="{4DBAE397-8D3E-D44C-A42B-1C6A421F7A7F}" destId="{F9844FAF-7A7C-8344-A7DD-EDD0ED3FB533}" srcOrd="0" destOrd="0" presId="urn:microsoft.com/office/officeart/2005/8/layout/hierarchy4"/>
    <dgm:cxn modelId="{818440E7-CC6A-E24C-814B-64976BADAB2B}" srcId="{3879CD72-143A-D842-9FCA-2EBA42DDE357}" destId="{B1090404-4A7A-004D-91E6-4CB8C05F4E28}" srcOrd="0" destOrd="0" parTransId="{43AA2291-725C-AF40-B0B6-BC74049ACEA9}" sibTransId="{A9D23252-5335-FA40-AA19-81E24E436C6C}"/>
    <dgm:cxn modelId="{7F586C25-068C-5847-BC51-34376041CA26}" type="presParOf" srcId="{31E61924-5EC8-3B44-B440-25FA2AFB31E5}" destId="{4DBF7B19-D25D-7D4F-857E-85B71F893899}" srcOrd="0" destOrd="0" presId="urn:microsoft.com/office/officeart/2005/8/layout/hierarchy4"/>
    <dgm:cxn modelId="{621B92FD-1029-F14C-B579-4D96D16EEDF7}" type="presParOf" srcId="{4DBF7B19-D25D-7D4F-857E-85B71F893899}" destId="{35063774-5333-6040-BF58-1479E6B080EB}" srcOrd="0" destOrd="0" presId="urn:microsoft.com/office/officeart/2005/8/layout/hierarchy4"/>
    <dgm:cxn modelId="{C825C333-01AC-1C4D-80DD-904989CB92C1}" type="presParOf" srcId="{4DBF7B19-D25D-7D4F-857E-85B71F893899}" destId="{7C6EEDC5-F4BC-EE49-8118-FB31C5E3C569}" srcOrd="1" destOrd="0" presId="urn:microsoft.com/office/officeart/2005/8/layout/hierarchy4"/>
    <dgm:cxn modelId="{9E86181A-6010-1D49-8D54-87B8D4263A7C}" type="presParOf" srcId="{4DBF7B19-D25D-7D4F-857E-85B71F893899}" destId="{DD50C143-1E14-CA46-A37F-F68323696FBC}" srcOrd="2" destOrd="0" presId="urn:microsoft.com/office/officeart/2005/8/layout/hierarchy4"/>
    <dgm:cxn modelId="{43049019-49E5-B645-9DE7-518F593CB029}" type="presParOf" srcId="{DD50C143-1E14-CA46-A37F-F68323696FBC}" destId="{A28941CE-522A-1B48-B573-7F7D31DB720F}" srcOrd="0" destOrd="0" presId="urn:microsoft.com/office/officeart/2005/8/layout/hierarchy4"/>
    <dgm:cxn modelId="{4CBF46EC-28E2-6545-A1FB-FCD407B734F7}" type="presParOf" srcId="{A28941CE-522A-1B48-B573-7F7D31DB720F}" destId="{F9844FAF-7A7C-8344-A7DD-EDD0ED3FB533}" srcOrd="0" destOrd="0" presId="urn:microsoft.com/office/officeart/2005/8/layout/hierarchy4"/>
    <dgm:cxn modelId="{59464E19-EAB0-9346-8DE6-22F2486697B3}" type="presParOf" srcId="{A28941CE-522A-1B48-B573-7F7D31DB720F}" destId="{3E2A16BA-095D-724F-B6FB-4FC060C2D0A8}" srcOrd="1" destOrd="0" presId="urn:microsoft.com/office/officeart/2005/8/layout/hierarchy4"/>
    <dgm:cxn modelId="{886E7FD1-78A5-E140-895D-92CE172C973B}" type="presParOf" srcId="{DD50C143-1E14-CA46-A37F-F68323696FBC}" destId="{DB59249C-C360-0341-8CB2-53BEEB061ECA}" srcOrd="1" destOrd="0" presId="urn:microsoft.com/office/officeart/2005/8/layout/hierarchy4"/>
    <dgm:cxn modelId="{A26826C7-B90C-124A-A6F1-99C08D275B52}" type="presParOf" srcId="{DD50C143-1E14-CA46-A37F-F68323696FBC}" destId="{27BCFBB4-370F-E048-837A-73B62E237105}" srcOrd="2" destOrd="0" presId="urn:microsoft.com/office/officeart/2005/8/layout/hierarchy4"/>
    <dgm:cxn modelId="{408E4CC0-2D11-4743-BA08-D762B848BEA6}" type="presParOf" srcId="{27BCFBB4-370F-E048-837A-73B62E237105}" destId="{A444F68B-F451-4042-A5E7-1204117163D8}" srcOrd="0" destOrd="0" presId="urn:microsoft.com/office/officeart/2005/8/layout/hierarchy4"/>
    <dgm:cxn modelId="{3BBF2379-22CF-754C-B358-9D0EB3CB077D}" type="presParOf" srcId="{27BCFBB4-370F-E048-837A-73B62E237105}" destId="{F5C79EDC-E5CA-B343-A159-D300F4ABB88D}" srcOrd="1" destOrd="0" presId="urn:microsoft.com/office/officeart/2005/8/layout/hierarchy4"/>
    <dgm:cxn modelId="{A8E3C8A0-2AE3-5640-9629-E379FBE4FDF3}" type="presParOf" srcId="{DD50C143-1E14-CA46-A37F-F68323696FBC}" destId="{388EA433-432C-4545-9175-4867ED63B87F}" srcOrd="3" destOrd="0" presId="urn:microsoft.com/office/officeart/2005/8/layout/hierarchy4"/>
    <dgm:cxn modelId="{3220FFB4-22F6-FE42-8BE6-4CA2E7B221E5}" type="presParOf" srcId="{DD50C143-1E14-CA46-A37F-F68323696FBC}" destId="{B25026E6-C9F1-EF4B-A15B-507CE5AC2E2E}" srcOrd="4" destOrd="0" presId="urn:microsoft.com/office/officeart/2005/8/layout/hierarchy4"/>
    <dgm:cxn modelId="{C1E361B3-837A-984D-B0A8-CBAEDFE61C3B}" type="presParOf" srcId="{B25026E6-C9F1-EF4B-A15B-507CE5AC2E2E}" destId="{83012E35-90FB-FA4C-8798-E024962293B1}" srcOrd="0" destOrd="0" presId="urn:microsoft.com/office/officeart/2005/8/layout/hierarchy4"/>
    <dgm:cxn modelId="{2F99842D-E5B3-0547-A0E0-95C95190F5E2}" type="presParOf" srcId="{B25026E6-C9F1-EF4B-A15B-507CE5AC2E2E}" destId="{314A7525-41A9-7D4C-84D5-F3F836E17F8A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4B15D7-2646-904E-97F2-EE4C9286C479}" type="doc">
      <dgm:prSet loTypeId="urn:microsoft.com/office/officeart/2005/8/layout/list1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2223608-919B-C946-B0E1-B59AB9307189}">
      <dgm:prSet custT="1"/>
      <dgm:spPr/>
      <dgm:t>
        <a:bodyPr/>
        <a:lstStyle/>
        <a:p>
          <a:r>
            <a:rPr lang="en-ID" sz="1800" dirty="0" err="1"/>
            <a:t>Memasyarakatkan</a:t>
          </a:r>
          <a:r>
            <a:rPr lang="en-ID" sz="1800" dirty="0"/>
            <a:t> </a:t>
          </a:r>
          <a:r>
            <a:rPr lang="en-ID" sz="1800" dirty="0" err="1"/>
            <a:t>Pengetahuan</a:t>
          </a:r>
          <a:r>
            <a:rPr lang="en-ID" sz="1800" dirty="0"/>
            <a:t> </a:t>
          </a:r>
          <a:r>
            <a:rPr lang="en-ID" sz="1800" dirty="0" err="1"/>
            <a:t>dan</a:t>
          </a:r>
          <a:r>
            <a:rPr lang="en-ID" sz="1800" dirty="0"/>
            <a:t> </a:t>
          </a:r>
          <a:r>
            <a:rPr lang="en-ID" sz="1800" dirty="0" err="1"/>
            <a:t>Pengalaman</a:t>
          </a:r>
          <a:r>
            <a:rPr lang="en-ID" sz="1800" dirty="0"/>
            <a:t> </a:t>
          </a:r>
          <a:r>
            <a:rPr lang="en-ID" sz="1800" dirty="0" err="1"/>
            <a:t>seorang</a:t>
          </a:r>
          <a:r>
            <a:rPr lang="en-ID" sz="1800" dirty="0"/>
            <a:t> </a:t>
          </a:r>
          <a:r>
            <a:rPr lang="en-ID" sz="1800" dirty="0" err="1"/>
            <a:t>Pakar</a:t>
          </a:r>
          <a:r>
            <a:rPr lang="en-ID" sz="1800" dirty="0"/>
            <a:t> </a:t>
          </a:r>
        </a:p>
      </dgm:t>
    </dgm:pt>
    <dgm:pt modelId="{942ADBEC-31DA-2F4F-BE73-3EE32DC9EB3D}" type="parTrans" cxnId="{27EE62E8-2BE9-CE41-AE0D-FF0033186A90}">
      <dgm:prSet/>
      <dgm:spPr/>
      <dgm:t>
        <a:bodyPr/>
        <a:lstStyle/>
        <a:p>
          <a:endParaRPr lang="en-US"/>
        </a:p>
      </dgm:t>
    </dgm:pt>
    <dgm:pt modelId="{4B7129D2-D285-1D44-81C4-BA46432215CC}" type="sibTrans" cxnId="{27EE62E8-2BE9-CE41-AE0D-FF0033186A90}">
      <dgm:prSet/>
      <dgm:spPr/>
      <dgm:t>
        <a:bodyPr/>
        <a:lstStyle/>
        <a:p>
          <a:endParaRPr lang="en-US"/>
        </a:p>
      </dgm:t>
    </dgm:pt>
    <dgm:pt modelId="{6CB69D84-2993-5D44-ABCA-139A9F085326}">
      <dgm:prSet custT="1"/>
      <dgm:spPr/>
      <dgm:t>
        <a:bodyPr/>
        <a:lstStyle/>
        <a:p>
          <a:r>
            <a:rPr lang="en-ID" sz="1600"/>
            <a:t>Dapat digunakan non-expert untuk meningkatkan kemampuan pemecah- an masalah dan oleh expert sebagai knowledgeable assistant </a:t>
          </a:r>
        </a:p>
      </dgm:t>
    </dgm:pt>
    <dgm:pt modelId="{D426F54F-BDC9-204F-95B2-F44326441EFF}" type="parTrans" cxnId="{85E55055-B128-4842-9BE2-6DA24973C731}">
      <dgm:prSet/>
      <dgm:spPr/>
      <dgm:t>
        <a:bodyPr/>
        <a:lstStyle/>
        <a:p>
          <a:endParaRPr lang="en-US"/>
        </a:p>
      </dgm:t>
    </dgm:pt>
    <dgm:pt modelId="{E56AAC86-F8CA-024D-B30E-52BEC4ECFD7D}" type="sibTrans" cxnId="{85E55055-B128-4842-9BE2-6DA24973C731}">
      <dgm:prSet/>
      <dgm:spPr/>
      <dgm:t>
        <a:bodyPr/>
        <a:lstStyle/>
        <a:p>
          <a:endParaRPr lang="en-US"/>
        </a:p>
      </dgm:t>
    </dgm:pt>
    <dgm:pt modelId="{604D4BA7-C2D3-D54A-9703-970A197EEFE1}">
      <dgm:prSet custT="1"/>
      <dgm:spPr/>
      <dgm:t>
        <a:bodyPr/>
        <a:lstStyle/>
        <a:p>
          <a:r>
            <a:rPr lang="en-ID" sz="2000" dirty="0" err="1"/>
            <a:t>Menyederhanakan</a:t>
          </a:r>
          <a:r>
            <a:rPr lang="en-ID" sz="2000" dirty="0"/>
            <a:t> </a:t>
          </a:r>
          <a:r>
            <a:rPr lang="en-ID" sz="2000" dirty="0" err="1"/>
            <a:t>pekerjaan</a:t>
          </a:r>
          <a:r>
            <a:rPr lang="en-ID" sz="2000" dirty="0"/>
            <a:t> </a:t>
          </a:r>
          <a:r>
            <a:rPr lang="en-ID" sz="2000" dirty="0" err="1"/>
            <a:t>dan</a:t>
          </a:r>
          <a:r>
            <a:rPr lang="en-ID" sz="2000" dirty="0"/>
            <a:t> </a:t>
          </a:r>
          <a:r>
            <a:rPr lang="en-ID" sz="2000" dirty="0" err="1"/>
            <a:t>memperbaiki</a:t>
          </a:r>
          <a:r>
            <a:rPr lang="en-ID" sz="2000" dirty="0"/>
            <a:t> </a:t>
          </a:r>
          <a:r>
            <a:rPr lang="en-ID" sz="2000" dirty="0" err="1"/>
            <a:t>kualitas</a:t>
          </a:r>
          <a:r>
            <a:rPr lang="en-ID" sz="2000" dirty="0"/>
            <a:t> </a:t>
          </a:r>
        </a:p>
      </dgm:t>
    </dgm:pt>
    <dgm:pt modelId="{107CED9F-DC10-E348-AE3A-702737893C87}" type="parTrans" cxnId="{22AB08A0-D4E3-8747-850E-17E13859578C}">
      <dgm:prSet/>
      <dgm:spPr/>
      <dgm:t>
        <a:bodyPr/>
        <a:lstStyle/>
        <a:p>
          <a:endParaRPr lang="en-US"/>
        </a:p>
      </dgm:t>
    </dgm:pt>
    <dgm:pt modelId="{E7A98425-475A-EE48-84DA-328BFEAD8BE0}" type="sibTrans" cxnId="{22AB08A0-D4E3-8747-850E-17E13859578C}">
      <dgm:prSet/>
      <dgm:spPr/>
      <dgm:t>
        <a:bodyPr/>
        <a:lstStyle/>
        <a:p>
          <a:endParaRPr lang="en-US"/>
        </a:p>
      </dgm:t>
    </dgm:pt>
    <dgm:pt modelId="{2F242102-6C3E-7140-9527-D7D70B7868E5}">
      <dgm:prSet custT="1"/>
      <dgm:spPr/>
      <dgm:t>
        <a:bodyPr/>
        <a:lstStyle/>
        <a:p>
          <a:r>
            <a:rPr lang="en-ID" sz="1800" dirty="0" err="1"/>
            <a:t>Memecahkan</a:t>
          </a:r>
          <a:r>
            <a:rPr lang="en-ID" sz="1800" dirty="0"/>
            <a:t> </a:t>
          </a:r>
          <a:r>
            <a:rPr lang="en-ID" sz="1800" dirty="0" err="1"/>
            <a:t>masalah</a:t>
          </a:r>
          <a:r>
            <a:rPr lang="en-ID" sz="1800" dirty="0"/>
            <a:t> (</a:t>
          </a:r>
          <a:r>
            <a:rPr lang="en-ID" sz="1800" dirty="0" err="1"/>
            <a:t>sederhana</a:t>
          </a:r>
          <a:r>
            <a:rPr lang="en-ID" sz="1800" dirty="0"/>
            <a:t>) </a:t>
          </a:r>
          <a:r>
            <a:rPr lang="en-ID" sz="1800" dirty="0" err="1"/>
            <a:t>tanpa</a:t>
          </a:r>
          <a:r>
            <a:rPr lang="en-ID" sz="1800" dirty="0"/>
            <a:t> </a:t>
          </a:r>
          <a:r>
            <a:rPr lang="en-ID" sz="1800" dirty="0" err="1"/>
            <a:t>kehadiran</a:t>
          </a:r>
          <a:r>
            <a:rPr lang="en-ID" sz="1800" dirty="0"/>
            <a:t> </a:t>
          </a:r>
          <a:r>
            <a:rPr lang="en-ID" sz="1800" dirty="0" err="1"/>
            <a:t>seorang</a:t>
          </a:r>
          <a:r>
            <a:rPr lang="en-ID" sz="1800" dirty="0"/>
            <a:t> </a:t>
          </a:r>
          <a:r>
            <a:rPr lang="en-ID" sz="1800" dirty="0" err="1"/>
            <a:t>pakar</a:t>
          </a:r>
          <a:r>
            <a:rPr lang="en-ID" sz="1800" dirty="0"/>
            <a:t> </a:t>
          </a:r>
        </a:p>
      </dgm:t>
    </dgm:pt>
    <dgm:pt modelId="{121577B6-B2B3-2D48-883C-37D751803116}" type="parTrans" cxnId="{BD5F4463-2A19-834B-830B-C269E22DAC19}">
      <dgm:prSet/>
      <dgm:spPr/>
      <dgm:t>
        <a:bodyPr/>
        <a:lstStyle/>
        <a:p>
          <a:endParaRPr lang="en-US"/>
        </a:p>
      </dgm:t>
    </dgm:pt>
    <dgm:pt modelId="{135E4B22-FAA3-DB49-89C7-6FDB8754D907}" type="sibTrans" cxnId="{BD5F4463-2A19-834B-830B-C269E22DAC19}">
      <dgm:prSet/>
      <dgm:spPr/>
      <dgm:t>
        <a:bodyPr/>
        <a:lstStyle/>
        <a:p>
          <a:endParaRPr lang="en-US"/>
        </a:p>
      </dgm:t>
    </dgm:pt>
    <dgm:pt modelId="{8D6DD5AA-CAB4-1140-A351-CCBE70BDD726}" type="pres">
      <dgm:prSet presAssocID="{FD4B15D7-2646-904E-97F2-EE4C9286C47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1CD2C33-3158-8C4D-8402-D9E896E84C4B}" type="pres">
      <dgm:prSet presAssocID="{F2223608-919B-C946-B0E1-B59AB9307189}" presName="parentLin" presStyleCnt="0"/>
      <dgm:spPr/>
    </dgm:pt>
    <dgm:pt modelId="{F2A4A075-B483-9142-A083-45807421F470}" type="pres">
      <dgm:prSet presAssocID="{F2223608-919B-C946-B0E1-B59AB9307189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82362C01-E60E-9248-9329-C7F1A208F023}" type="pres">
      <dgm:prSet presAssocID="{F2223608-919B-C946-B0E1-B59AB9307189}" presName="parentText" presStyleLbl="node1" presStyleIdx="0" presStyleCnt="4" custScaleX="102369" custScaleY="22056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CCBA76-0356-6A40-87F5-D660397F4323}" type="pres">
      <dgm:prSet presAssocID="{F2223608-919B-C946-B0E1-B59AB9307189}" presName="negativeSpace" presStyleCnt="0"/>
      <dgm:spPr/>
    </dgm:pt>
    <dgm:pt modelId="{3E989F1E-BC91-3843-A3B7-C6FD772BA2FA}" type="pres">
      <dgm:prSet presAssocID="{F2223608-919B-C946-B0E1-B59AB9307189}" presName="childText" presStyleLbl="conFgAcc1" presStyleIdx="0" presStyleCnt="4">
        <dgm:presLayoutVars>
          <dgm:bulletEnabled val="1"/>
        </dgm:presLayoutVars>
      </dgm:prSet>
      <dgm:spPr/>
    </dgm:pt>
    <dgm:pt modelId="{F300BD8D-A3F3-F043-B941-266EA25BBE18}" type="pres">
      <dgm:prSet presAssocID="{4B7129D2-D285-1D44-81C4-BA46432215CC}" presName="spaceBetweenRectangles" presStyleCnt="0"/>
      <dgm:spPr/>
    </dgm:pt>
    <dgm:pt modelId="{9F96F63E-60D0-1645-9D35-6602952C859E}" type="pres">
      <dgm:prSet presAssocID="{6CB69D84-2993-5D44-ABCA-139A9F085326}" presName="parentLin" presStyleCnt="0"/>
      <dgm:spPr/>
    </dgm:pt>
    <dgm:pt modelId="{AA152CBC-F10D-5A4B-8C81-72B13EE1A3E0}" type="pres">
      <dgm:prSet presAssocID="{6CB69D84-2993-5D44-ABCA-139A9F085326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FF8140E1-7CDC-CA42-B9DA-C760D0F549BA}" type="pres">
      <dgm:prSet presAssocID="{6CB69D84-2993-5D44-ABCA-139A9F085326}" presName="parentText" presStyleLbl="node1" presStyleIdx="1" presStyleCnt="4" custScaleX="101484" custScaleY="22217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B94ED9-0FED-6A4F-8814-7386508F9BDB}" type="pres">
      <dgm:prSet presAssocID="{6CB69D84-2993-5D44-ABCA-139A9F085326}" presName="negativeSpace" presStyleCnt="0"/>
      <dgm:spPr/>
    </dgm:pt>
    <dgm:pt modelId="{56AD7B7F-D0F2-9245-80D5-5974EA932096}" type="pres">
      <dgm:prSet presAssocID="{6CB69D84-2993-5D44-ABCA-139A9F085326}" presName="childText" presStyleLbl="conFgAcc1" presStyleIdx="1" presStyleCnt="4">
        <dgm:presLayoutVars>
          <dgm:bulletEnabled val="1"/>
        </dgm:presLayoutVars>
      </dgm:prSet>
      <dgm:spPr/>
    </dgm:pt>
    <dgm:pt modelId="{124D4C58-4971-1D40-9DAE-37E7B2A0F417}" type="pres">
      <dgm:prSet presAssocID="{E56AAC86-F8CA-024D-B30E-52BEC4ECFD7D}" presName="spaceBetweenRectangles" presStyleCnt="0"/>
      <dgm:spPr/>
    </dgm:pt>
    <dgm:pt modelId="{D028824A-4D97-9B46-A07D-F27FF11B2AB5}" type="pres">
      <dgm:prSet presAssocID="{604D4BA7-C2D3-D54A-9703-970A197EEFE1}" presName="parentLin" presStyleCnt="0"/>
      <dgm:spPr/>
    </dgm:pt>
    <dgm:pt modelId="{841F4750-573B-6A4A-B0FE-4053AAEBC812}" type="pres">
      <dgm:prSet presAssocID="{604D4BA7-C2D3-D54A-9703-970A197EEFE1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39D7DA2D-02FB-CE4B-A4FF-8702B3608F5B}" type="pres">
      <dgm:prSet presAssocID="{604D4BA7-C2D3-D54A-9703-970A197EEFE1}" presName="parentText" presStyleLbl="node1" presStyleIdx="2" presStyleCnt="4" custScaleX="100599" custScaleY="16887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36FD23-39B1-A44B-8291-A43A9B1A592A}" type="pres">
      <dgm:prSet presAssocID="{604D4BA7-C2D3-D54A-9703-970A197EEFE1}" presName="negativeSpace" presStyleCnt="0"/>
      <dgm:spPr/>
    </dgm:pt>
    <dgm:pt modelId="{D312D326-C56B-B843-8749-85AE08D6CE93}" type="pres">
      <dgm:prSet presAssocID="{604D4BA7-C2D3-D54A-9703-970A197EEFE1}" presName="childText" presStyleLbl="conFgAcc1" presStyleIdx="2" presStyleCnt="4">
        <dgm:presLayoutVars>
          <dgm:bulletEnabled val="1"/>
        </dgm:presLayoutVars>
      </dgm:prSet>
      <dgm:spPr/>
    </dgm:pt>
    <dgm:pt modelId="{7EE727A4-FDD0-3144-A819-848C3F4C7044}" type="pres">
      <dgm:prSet presAssocID="{E7A98425-475A-EE48-84DA-328BFEAD8BE0}" presName="spaceBetweenRectangles" presStyleCnt="0"/>
      <dgm:spPr/>
    </dgm:pt>
    <dgm:pt modelId="{E4208818-287B-084E-9A56-F322C33DF83C}" type="pres">
      <dgm:prSet presAssocID="{2F242102-6C3E-7140-9527-D7D70B7868E5}" presName="parentLin" presStyleCnt="0"/>
      <dgm:spPr/>
    </dgm:pt>
    <dgm:pt modelId="{4B1DCD91-2E61-404B-98C3-F89BE8E8600B}" type="pres">
      <dgm:prSet presAssocID="{2F242102-6C3E-7140-9527-D7D70B7868E5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C8B7DEBE-ACAE-2F42-A3D5-5BC639C5F0BE}" type="pres">
      <dgm:prSet presAssocID="{2F242102-6C3E-7140-9527-D7D70B7868E5}" presName="parentText" presStyleLbl="node1" presStyleIdx="3" presStyleCnt="4" custScaleY="18882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66A9A4-F96A-1C4C-B3B8-9A825533F188}" type="pres">
      <dgm:prSet presAssocID="{2F242102-6C3E-7140-9527-D7D70B7868E5}" presName="negativeSpace" presStyleCnt="0"/>
      <dgm:spPr/>
    </dgm:pt>
    <dgm:pt modelId="{222E9B88-104A-F047-A47C-DDA4BCF974CE}" type="pres">
      <dgm:prSet presAssocID="{2F242102-6C3E-7140-9527-D7D70B7868E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5E3F58A-550E-8A45-B568-BECC13F58A79}" type="presOf" srcId="{6CB69D84-2993-5D44-ABCA-139A9F085326}" destId="{AA152CBC-F10D-5A4B-8C81-72B13EE1A3E0}" srcOrd="0" destOrd="0" presId="urn:microsoft.com/office/officeart/2005/8/layout/list1"/>
    <dgm:cxn modelId="{D1C38F59-BC9A-2E4B-B755-0CECDA24764F}" type="presOf" srcId="{F2223608-919B-C946-B0E1-B59AB9307189}" destId="{82362C01-E60E-9248-9329-C7F1A208F023}" srcOrd="1" destOrd="0" presId="urn:microsoft.com/office/officeart/2005/8/layout/list1"/>
    <dgm:cxn modelId="{4318D5A5-C824-9049-B595-09C74988C2D3}" type="presOf" srcId="{2F242102-6C3E-7140-9527-D7D70B7868E5}" destId="{C8B7DEBE-ACAE-2F42-A3D5-5BC639C5F0BE}" srcOrd="1" destOrd="0" presId="urn:microsoft.com/office/officeart/2005/8/layout/list1"/>
    <dgm:cxn modelId="{27EE62E8-2BE9-CE41-AE0D-FF0033186A90}" srcId="{FD4B15D7-2646-904E-97F2-EE4C9286C479}" destId="{F2223608-919B-C946-B0E1-B59AB9307189}" srcOrd="0" destOrd="0" parTransId="{942ADBEC-31DA-2F4F-BE73-3EE32DC9EB3D}" sibTransId="{4B7129D2-D285-1D44-81C4-BA46432215CC}"/>
    <dgm:cxn modelId="{40D5CF6B-79E7-B74C-A0EA-76D7BC33EA62}" type="presOf" srcId="{2F242102-6C3E-7140-9527-D7D70B7868E5}" destId="{4B1DCD91-2E61-404B-98C3-F89BE8E8600B}" srcOrd="0" destOrd="0" presId="urn:microsoft.com/office/officeart/2005/8/layout/list1"/>
    <dgm:cxn modelId="{ABB394CF-32F0-9F48-91F8-5BF0C199848C}" type="presOf" srcId="{6CB69D84-2993-5D44-ABCA-139A9F085326}" destId="{FF8140E1-7CDC-CA42-B9DA-C760D0F549BA}" srcOrd="1" destOrd="0" presId="urn:microsoft.com/office/officeart/2005/8/layout/list1"/>
    <dgm:cxn modelId="{51F25A17-1FA2-9345-BBD7-B18282B12A82}" type="presOf" srcId="{604D4BA7-C2D3-D54A-9703-970A197EEFE1}" destId="{39D7DA2D-02FB-CE4B-A4FF-8702B3608F5B}" srcOrd="1" destOrd="0" presId="urn:microsoft.com/office/officeart/2005/8/layout/list1"/>
    <dgm:cxn modelId="{85E55055-B128-4842-9BE2-6DA24973C731}" srcId="{FD4B15D7-2646-904E-97F2-EE4C9286C479}" destId="{6CB69D84-2993-5D44-ABCA-139A9F085326}" srcOrd="1" destOrd="0" parTransId="{D426F54F-BDC9-204F-95B2-F44326441EFF}" sibTransId="{E56AAC86-F8CA-024D-B30E-52BEC4ECFD7D}"/>
    <dgm:cxn modelId="{BD5F4463-2A19-834B-830B-C269E22DAC19}" srcId="{FD4B15D7-2646-904E-97F2-EE4C9286C479}" destId="{2F242102-6C3E-7140-9527-D7D70B7868E5}" srcOrd="3" destOrd="0" parTransId="{121577B6-B2B3-2D48-883C-37D751803116}" sibTransId="{135E4B22-FAA3-DB49-89C7-6FDB8754D907}"/>
    <dgm:cxn modelId="{A6894D6F-423A-6646-B80E-96FB80852F9D}" type="presOf" srcId="{FD4B15D7-2646-904E-97F2-EE4C9286C479}" destId="{8D6DD5AA-CAB4-1140-A351-CCBE70BDD726}" srcOrd="0" destOrd="0" presId="urn:microsoft.com/office/officeart/2005/8/layout/list1"/>
    <dgm:cxn modelId="{7FE387F5-B657-B04E-8C95-E761CFB18BFB}" type="presOf" srcId="{F2223608-919B-C946-B0E1-B59AB9307189}" destId="{F2A4A075-B483-9142-A083-45807421F470}" srcOrd="0" destOrd="0" presId="urn:microsoft.com/office/officeart/2005/8/layout/list1"/>
    <dgm:cxn modelId="{22AB08A0-D4E3-8747-850E-17E13859578C}" srcId="{FD4B15D7-2646-904E-97F2-EE4C9286C479}" destId="{604D4BA7-C2D3-D54A-9703-970A197EEFE1}" srcOrd="2" destOrd="0" parTransId="{107CED9F-DC10-E348-AE3A-702737893C87}" sibTransId="{E7A98425-475A-EE48-84DA-328BFEAD8BE0}"/>
    <dgm:cxn modelId="{69243296-E6D3-2742-A87B-30F0EF483D52}" type="presOf" srcId="{604D4BA7-C2D3-D54A-9703-970A197EEFE1}" destId="{841F4750-573B-6A4A-B0FE-4053AAEBC812}" srcOrd="0" destOrd="0" presId="urn:microsoft.com/office/officeart/2005/8/layout/list1"/>
    <dgm:cxn modelId="{21BB6443-3816-AD48-A43A-0526EED2D69D}" type="presParOf" srcId="{8D6DD5AA-CAB4-1140-A351-CCBE70BDD726}" destId="{A1CD2C33-3158-8C4D-8402-D9E896E84C4B}" srcOrd="0" destOrd="0" presId="urn:microsoft.com/office/officeart/2005/8/layout/list1"/>
    <dgm:cxn modelId="{F10EA261-A331-F74C-A057-887B8DD7E4D1}" type="presParOf" srcId="{A1CD2C33-3158-8C4D-8402-D9E896E84C4B}" destId="{F2A4A075-B483-9142-A083-45807421F470}" srcOrd="0" destOrd="0" presId="urn:microsoft.com/office/officeart/2005/8/layout/list1"/>
    <dgm:cxn modelId="{C129262C-B67B-424D-9496-85844E906942}" type="presParOf" srcId="{A1CD2C33-3158-8C4D-8402-D9E896E84C4B}" destId="{82362C01-E60E-9248-9329-C7F1A208F023}" srcOrd="1" destOrd="0" presId="urn:microsoft.com/office/officeart/2005/8/layout/list1"/>
    <dgm:cxn modelId="{6860FABD-29F4-F440-9E6D-639A2FB2F85E}" type="presParOf" srcId="{8D6DD5AA-CAB4-1140-A351-CCBE70BDD726}" destId="{47CCBA76-0356-6A40-87F5-D660397F4323}" srcOrd="1" destOrd="0" presId="urn:microsoft.com/office/officeart/2005/8/layout/list1"/>
    <dgm:cxn modelId="{92D3BFC0-6354-2541-B000-9008CF44611A}" type="presParOf" srcId="{8D6DD5AA-CAB4-1140-A351-CCBE70BDD726}" destId="{3E989F1E-BC91-3843-A3B7-C6FD772BA2FA}" srcOrd="2" destOrd="0" presId="urn:microsoft.com/office/officeart/2005/8/layout/list1"/>
    <dgm:cxn modelId="{706B8DEF-778B-8F43-BD96-BD6DC7D7A2CF}" type="presParOf" srcId="{8D6DD5AA-CAB4-1140-A351-CCBE70BDD726}" destId="{F300BD8D-A3F3-F043-B941-266EA25BBE18}" srcOrd="3" destOrd="0" presId="urn:microsoft.com/office/officeart/2005/8/layout/list1"/>
    <dgm:cxn modelId="{38B1DFE5-B3A3-4748-960C-34AF81B0BB51}" type="presParOf" srcId="{8D6DD5AA-CAB4-1140-A351-CCBE70BDD726}" destId="{9F96F63E-60D0-1645-9D35-6602952C859E}" srcOrd="4" destOrd="0" presId="urn:microsoft.com/office/officeart/2005/8/layout/list1"/>
    <dgm:cxn modelId="{C840EC90-B955-274F-A603-ABA2D2D01039}" type="presParOf" srcId="{9F96F63E-60D0-1645-9D35-6602952C859E}" destId="{AA152CBC-F10D-5A4B-8C81-72B13EE1A3E0}" srcOrd="0" destOrd="0" presId="urn:microsoft.com/office/officeart/2005/8/layout/list1"/>
    <dgm:cxn modelId="{DD3E684F-8068-5444-9D12-FB2D7BA5699D}" type="presParOf" srcId="{9F96F63E-60D0-1645-9D35-6602952C859E}" destId="{FF8140E1-7CDC-CA42-B9DA-C760D0F549BA}" srcOrd="1" destOrd="0" presId="urn:microsoft.com/office/officeart/2005/8/layout/list1"/>
    <dgm:cxn modelId="{0F67E0CF-11FA-314B-9441-12C3C87FDE8D}" type="presParOf" srcId="{8D6DD5AA-CAB4-1140-A351-CCBE70BDD726}" destId="{34B94ED9-0FED-6A4F-8814-7386508F9BDB}" srcOrd="5" destOrd="0" presId="urn:microsoft.com/office/officeart/2005/8/layout/list1"/>
    <dgm:cxn modelId="{DCE93390-38F1-7E49-A8A8-86A8B7477381}" type="presParOf" srcId="{8D6DD5AA-CAB4-1140-A351-CCBE70BDD726}" destId="{56AD7B7F-D0F2-9245-80D5-5974EA932096}" srcOrd="6" destOrd="0" presId="urn:microsoft.com/office/officeart/2005/8/layout/list1"/>
    <dgm:cxn modelId="{B2EE0D4D-BE91-3D49-B534-3CD6BF0A33EB}" type="presParOf" srcId="{8D6DD5AA-CAB4-1140-A351-CCBE70BDD726}" destId="{124D4C58-4971-1D40-9DAE-37E7B2A0F417}" srcOrd="7" destOrd="0" presId="urn:microsoft.com/office/officeart/2005/8/layout/list1"/>
    <dgm:cxn modelId="{A8FCD2B5-AE62-2C44-B2A5-AF5FD1141406}" type="presParOf" srcId="{8D6DD5AA-CAB4-1140-A351-CCBE70BDD726}" destId="{D028824A-4D97-9B46-A07D-F27FF11B2AB5}" srcOrd="8" destOrd="0" presId="urn:microsoft.com/office/officeart/2005/8/layout/list1"/>
    <dgm:cxn modelId="{978AD8A1-7150-F940-917C-DCC800FA38D7}" type="presParOf" srcId="{D028824A-4D97-9B46-A07D-F27FF11B2AB5}" destId="{841F4750-573B-6A4A-B0FE-4053AAEBC812}" srcOrd="0" destOrd="0" presId="urn:microsoft.com/office/officeart/2005/8/layout/list1"/>
    <dgm:cxn modelId="{9C4F9002-74E1-F948-988A-B4380B5E27B6}" type="presParOf" srcId="{D028824A-4D97-9B46-A07D-F27FF11B2AB5}" destId="{39D7DA2D-02FB-CE4B-A4FF-8702B3608F5B}" srcOrd="1" destOrd="0" presId="urn:microsoft.com/office/officeart/2005/8/layout/list1"/>
    <dgm:cxn modelId="{52C3BC7C-5341-9349-BD41-68491F40F7CB}" type="presParOf" srcId="{8D6DD5AA-CAB4-1140-A351-CCBE70BDD726}" destId="{6A36FD23-39B1-A44B-8291-A43A9B1A592A}" srcOrd="9" destOrd="0" presId="urn:microsoft.com/office/officeart/2005/8/layout/list1"/>
    <dgm:cxn modelId="{77B980A9-86DF-494E-B622-37D77CB74FF7}" type="presParOf" srcId="{8D6DD5AA-CAB4-1140-A351-CCBE70BDD726}" destId="{D312D326-C56B-B843-8749-85AE08D6CE93}" srcOrd="10" destOrd="0" presId="urn:microsoft.com/office/officeart/2005/8/layout/list1"/>
    <dgm:cxn modelId="{DD9F7840-DCC1-2542-B139-F95F3533ED81}" type="presParOf" srcId="{8D6DD5AA-CAB4-1140-A351-CCBE70BDD726}" destId="{7EE727A4-FDD0-3144-A819-848C3F4C7044}" srcOrd="11" destOrd="0" presId="urn:microsoft.com/office/officeart/2005/8/layout/list1"/>
    <dgm:cxn modelId="{97139E3E-C6D2-8F43-A857-AF453EDE12A8}" type="presParOf" srcId="{8D6DD5AA-CAB4-1140-A351-CCBE70BDD726}" destId="{E4208818-287B-084E-9A56-F322C33DF83C}" srcOrd="12" destOrd="0" presId="urn:microsoft.com/office/officeart/2005/8/layout/list1"/>
    <dgm:cxn modelId="{44E5C5EA-33B0-2145-A662-D3CA00AF55DF}" type="presParOf" srcId="{E4208818-287B-084E-9A56-F322C33DF83C}" destId="{4B1DCD91-2E61-404B-98C3-F89BE8E8600B}" srcOrd="0" destOrd="0" presId="urn:microsoft.com/office/officeart/2005/8/layout/list1"/>
    <dgm:cxn modelId="{B81AC7FB-98E7-DC4F-BC24-4ADFFB2544E2}" type="presParOf" srcId="{E4208818-287B-084E-9A56-F322C33DF83C}" destId="{C8B7DEBE-ACAE-2F42-A3D5-5BC639C5F0BE}" srcOrd="1" destOrd="0" presId="urn:microsoft.com/office/officeart/2005/8/layout/list1"/>
    <dgm:cxn modelId="{111EADF7-6E59-E84C-A3D0-9C4D9466FDE5}" type="presParOf" srcId="{8D6DD5AA-CAB4-1140-A351-CCBE70BDD726}" destId="{0166A9A4-F96A-1C4C-B3B8-9A825533F188}" srcOrd="13" destOrd="0" presId="urn:microsoft.com/office/officeart/2005/8/layout/list1"/>
    <dgm:cxn modelId="{9F4123B3-2C9F-284E-B9DC-3E58F329DE6F}" type="presParOf" srcId="{8D6DD5AA-CAB4-1140-A351-CCBE70BDD726}" destId="{222E9B88-104A-F047-A47C-DDA4BCF974C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CCFDEA-D89A-2C47-A173-5B622A70A95E}" type="doc">
      <dgm:prSet loTypeId="urn:microsoft.com/office/officeart/2008/layout/VerticalCurvedList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77E7A6-29D2-2C48-84D8-7E47C897D92C}">
      <dgm:prSet phldrT="[Text]"/>
      <dgm:spPr/>
      <dgm:t>
        <a:bodyPr/>
        <a:lstStyle/>
        <a:p>
          <a:r>
            <a:rPr lang="en-ID"/>
            <a:t>Meliputi pengetahuan tentang : </a:t>
          </a:r>
          <a:endParaRPr lang="en-US"/>
        </a:p>
      </dgm:t>
    </dgm:pt>
    <dgm:pt modelId="{CBA2A975-46A2-0049-9BE7-71B3DEA60CD3}" type="parTrans" cxnId="{061E4369-F62D-C04E-A2DA-65B2D5BA079E}">
      <dgm:prSet/>
      <dgm:spPr/>
      <dgm:t>
        <a:bodyPr/>
        <a:lstStyle/>
        <a:p>
          <a:endParaRPr lang="en-US"/>
        </a:p>
      </dgm:t>
    </dgm:pt>
    <dgm:pt modelId="{9B797243-7735-4947-9799-B10B2FCCFD98}" type="sibTrans" cxnId="{061E4369-F62D-C04E-A2DA-65B2D5BA079E}">
      <dgm:prSet/>
      <dgm:spPr/>
      <dgm:t>
        <a:bodyPr/>
        <a:lstStyle/>
        <a:p>
          <a:endParaRPr lang="en-US"/>
        </a:p>
      </dgm:t>
    </dgm:pt>
    <dgm:pt modelId="{B0F6F6A9-4F9A-ED47-BAE0-FE4FD1630937}">
      <dgm:prSet/>
      <dgm:spPr/>
      <dgm:t>
        <a:bodyPr/>
        <a:lstStyle/>
        <a:p>
          <a:r>
            <a:rPr lang="en-ID"/>
            <a:t>Fakta-fakta dan teori-teori tentang bidang permasalahan </a:t>
          </a:r>
        </a:p>
      </dgm:t>
    </dgm:pt>
    <dgm:pt modelId="{9D996EA6-D5DD-5248-8978-09B460C2D01F}" type="parTrans" cxnId="{7B9A7332-DEC6-F940-9AE6-25E9915015E3}">
      <dgm:prSet/>
      <dgm:spPr/>
      <dgm:t>
        <a:bodyPr/>
        <a:lstStyle/>
        <a:p>
          <a:endParaRPr lang="en-US"/>
        </a:p>
      </dgm:t>
    </dgm:pt>
    <dgm:pt modelId="{F3B0B9C4-CFAC-B040-9C37-2F67B10120A2}" type="sibTrans" cxnId="{7B9A7332-DEC6-F940-9AE6-25E9915015E3}">
      <dgm:prSet/>
      <dgm:spPr/>
      <dgm:t>
        <a:bodyPr/>
        <a:lstStyle/>
        <a:p>
          <a:endParaRPr lang="en-US"/>
        </a:p>
      </dgm:t>
    </dgm:pt>
    <dgm:pt modelId="{DB7E05CF-3CD5-9541-AA4F-E10F0DB49E76}">
      <dgm:prSet/>
      <dgm:spPr/>
      <dgm:t>
        <a:bodyPr/>
        <a:lstStyle/>
        <a:p>
          <a:r>
            <a:rPr lang="en-ID"/>
            <a:t>Aturan-aturan (heuristic) tentang apa yang harus dikerjakan dalam situasi tertentu </a:t>
          </a:r>
        </a:p>
      </dgm:t>
    </dgm:pt>
    <dgm:pt modelId="{4BAB6326-2BD5-6341-8467-888E740A9F28}" type="parTrans" cxnId="{85BD6FAC-9619-C14C-9439-048C9D8DB728}">
      <dgm:prSet/>
      <dgm:spPr/>
      <dgm:t>
        <a:bodyPr/>
        <a:lstStyle/>
        <a:p>
          <a:endParaRPr lang="en-US"/>
        </a:p>
      </dgm:t>
    </dgm:pt>
    <dgm:pt modelId="{3A9D1FCC-67DD-E740-A87D-17A14947DD0E}" type="sibTrans" cxnId="{85BD6FAC-9619-C14C-9439-048C9D8DB728}">
      <dgm:prSet/>
      <dgm:spPr/>
      <dgm:t>
        <a:bodyPr/>
        <a:lstStyle/>
        <a:p>
          <a:endParaRPr lang="en-US"/>
        </a:p>
      </dgm:t>
    </dgm:pt>
    <dgm:pt modelId="{7B60C41D-29FF-934D-81DA-031C7DD6429A}">
      <dgm:prSet/>
      <dgm:spPr/>
      <dgm:t>
        <a:bodyPr/>
        <a:lstStyle/>
        <a:p>
          <a:r>
            <a:rPr lang="en-ID"/>
            <a:t>Strategi global untuk memecahkan perma-salahan semacam ini </a:t>
          </a:r>
        </a:p>
      </dgm:t>
    </dgm:pt>
    <dgm:pt modelId="{0C965817-7B76-6840-94F7-172DCA039F1E}" type="parTrans" cxnId="{9DB0CD27-3C2C-E74C-9C58-2BF6CA486C0B}">
      <dgm:prSet/>
      <dgm:spPr/>
      <dgm:t>
        <a:bodyPr/>
        <a:lstStyle/>
        <a:p>
          <a:endParaRPr lang="en-US"/>
        </a:p>
      </dgm:t>
    </dgm:pt>
    <dgm:pt modelId="{5E3B09F6-0B78-5F4D-9FCE-DE3896E3503D}" type="sibTrans" cxnId="{9DB0CD27-3C2C-E74C-9C58-2BF6CA486C0B}">
      <dgm:prSet/>
      <dgm:spPr/>
      <dgm:t>
        <a:bodyPr/>
        <a:lstStyle/>
        <a:p>
          <a:endParaRPr lang="en-US"/>
        </a:p>
      </dgm:t>
    </dgm:pt>
    <dgm:pt modelId="{6FC8F63A-9182-7849-B04B-FB5C3BAFC305}">
      <dgm:prSet/>
      <dgm:spPr/>
      <dgm:t>
        <a:bodyPr/>
        <a:lstStyle/>
        <a:p>
          <a:r>
            <a:rPr lang="en-ID" dirty="0" err="1"/>
            <a:t>Pengetahuan</a:t>
          </a:r>
          <a:r>
            <a:rPr lang="en-ID" dirty="0"/>
            <a:t> </a:t>
          </a:r>
          <a:r>
            <a:rPr lang="en-ID" dirty="0" err="1"/>
            <a:t>tentang</a:t>
          </a:r>
          <a:r>
            <a:rPr lang="en-ID" dirty="0"/>
            <a:t> </a:t>
          </a:r>
          <a:r>
            <a:rPr lang="en-ID" dirty="0" err="1"/>
            <a:t>pengetahuan</a:t>
          </a:r>
          <a:r>
            <a:rPr lang="en-ID" dirty="0"/>
            <a:t> (meta knowledge) </a:t>
          </a:r>
        </a:p>
      </dgm:t>
    </dgm:pt>
    <dgm:pt modelId="{240A9A89-5A13-384A-B131-12B20C766241}" type="parTrans" cxnId="{BFD0DC4F-A29F-1D44-BBF2-EFA828CFB078}">
      <dgm:prSet/>
      <dgm:spPr/>
      <dgm:t>
        <a:bodyPr/>
        <a:lstStyle/>
        <a:p>
          <a:endParaRPr lang="en-US"/>
        </a:p>
      </dgm:t>
    </dgm:pt>
    <dgm:pt modelId="{09A2CB49-8C52-EE46-9CA6-AF1B8C47C572}" type="sibTrans" cxnId="{BFD0DC4F-A29F-1D44-BBF2-EFA828CFB078}">
      <dgm:prSet/>
      <dgm:spPr/>
      <dgm:t>
        <a:bodyPr/>
        <a:lstStyle/>
        <a:p>
          <a:endParaRPr lang="en-US"/>
        </a:p>
      </dgm:t>
    </dgm:pt>
    <dgm:pt modelId="{32E2B8B2-0038-C04B-A263-F7E4798CD0C4}" type="pres">
      <dgm:prSet presAssocID="{24CCFDEA-D89A-2C47-A173-5B622A70A95E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3B945F62-D5B8-6E4D-8E8D-3CF5B771B3AC}" type="pres">
      <dgm:prSet presAssocID="{24CCFDEA-D89A-2C47-A173-5B622A70A95E}" presName="Name1" presStyleCnt="0"/>
      <dgm:spPr/>
    </dgm:pt>
    <dgm:pt modelId="{EBE2DFB6-3494-9346-9842-F9C6DE42F189}" type="pres">
      <dgm:prSet presAssocID="{24CCFDEA-D89A-2C47-A173-5B622A70A95E}" presName="cycle" presStyleCnt="0"/>
      <dgm:spPr/>
    </dgm:pt>
    <dgm:pt modelId="{9A1D1F03-3BB8-4140-AF69-43E9BFFC8A2F}" type="pres">
      <dgm:prSet presAssocID="{24CCFDEA-D89A-2C47-A173-5B622A70A95E}" presName="srcNode" presStyleLbl="node1" presStyleIdx="0" presStyleCnt="5"/>
      <dgm:spPr/>
    </dgm:pt>
    <dgm:pt modelId="{CAAFEEEF-68F8-3143-B0B0-AB2232AB96BE}" type="pres">
      <dgm:prSet presAssocID="{24CCFDEA-D89A-2C47-A173-5B622A70A95E}" presName="conn" presStyleLbl="parChTrans1D2" presStyleIdx="0" presStyleCnt="1"/>
      <dgm:spPr/>
      <dgm:t>
        <a:bodyPr/>
        <a:lstStyle/>
        <a:p>
          <a:endParaRPr lang="en-US"/>
        </a:p>
      </dgm:t>
    </dgm:pt>
    <dgm:pt modelId="{250F436E-6BA5-5A43-BC01-F9529FD8A606}" type="pres">
      <dgm:prSet presAssocID="{24CCFDEA-D89A-2C47-A173-5B622A70A95E}" presName="extraNode" presStyleLbl="node1" presStyleIdx="0" presStyleCnt="5"/>
      <dgm:spPr/>
    </dgm:pt>
    <dgm:pt modelId="{BB82FB1C-9552-F946-923A-A49BB7D17228}" type="pres">
      <dgm:prSet presAssocID="{24CCFDEA-D89A-2C47-A173-5B622A70A95E}" presName="dstNode" presStyleLbl="node1" presStyleIdx="0" presStyleCnt="5"/>
      <dgm:spPr/>
    </dgm:pt>
    <dgm:pt modelId="{82A742EB-50B3-394E-B2C2-58D7E3BD6704}" type="pres">
      <dgm:prSet presAssocID="{7B77E7A6-29D2-2C48-84D8-7E47C897D92C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1E2EDE-E62E-CF47-9D89-211646D461AB}" type="pres">
      <dgm:prSet presAssocID="{7B77E7A6-29D2-2C48-84D8-7E47C897D92C}" presName="accent_1" presStyleCnt="0"/>
      <dgm:spPr/>
    </dgm:pt>
    <dgm:pt modelId="{D65C15EA-7F78-FB49-9B90-167D2BB4671B}" type="pres">
      <dgm:prSet presAssocID="{7B77E7A6-29D2-2C48-84D8-7E47C897D92C}" presName="accentRepeatNode" presStyleLbl="solidFgAcc1" presStyleIdx="0" presStyleCnt="5"/>
      <dgm:spPr/>
    </dgm:pt>
    <dgm:pt modelId="{9571E737-0027-7747-A887-90C7EABCDF3A}" type="pres">
      <dgm:prSet presAssocID="{B0F6F6A9-4F9A-ED47-BAE0-FE4FD1630937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A365B1-B627-0D4E-A06E-5B2AB3F0C776}" type="pres">
      <dgm:prSet presAssocID="{B0F6F6A9-4F9A-ED47-BAE0-FE4FD1630937}" presName="accent_2" presStyleCnt="0"/>
      <dgm:spPr/>
    </dgm:pt>
    <dgm:pt modelId="{22F4263A-4CC2-8B44-B785-ECE45BB6A482}" type="pres">
      <dgm:prSet presAssocID="{B0F6F6A9-4F9A-ED47-BAE0-FE4FD1630937}" presName="accentRepeatNode" presStyleLbl="solidFgAcc1" presStyleIdx="1" presStyleCnt="5"/>
      <dgm:spPr/>
    </dgm:pt>
    <dgm:pt modelId="{2C9E6719-1B83-4D4B-9F1A-B44F8C01FF30}" type="pres">
      <dgm:prSet presAssocID="{DB7E05CF-3CD5-9541-AA4F-E10F0DB49E76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9E9D5F-BC76-8147-A5E1-DBA5036CF4B4}" type="pres">
      <dgm:prSet presAssocID="{DB7E05CF-3CD5-9541-AA4F-E10F0DB49E76}" presName="accent_3" presStyleCnt="0"/>
      <dgm:spPr/>
    </dgm:pt>
    <dgm:pt modelId="{92803F0D-E47E-6B4B-B6DB-DD0536DAB0AF}" type="pres">
      <dgm:prSet presAssocID="{DB7E05CF-3CD5-9541-AA4F-E10F0DB49E76}" presName="accentRepeatNode" presStyleLbl="solidFgAcc1" presStyleIdx="2" presStyleCnt="5"/>
      <dgm:spPr/>
    </dgm:pt>
    <dgm:pt modelId="{D7A39AC5-A889-D54F-B596-4BEF253C2407}" type="pres">
      <dgm:prSet presAssocID="{7B60C41D-29FF-934D-81DA-031C7DD6429A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7B3883-8EAD-7540-9194-333DA3195521}" type="pres">
      <dgm:prSet presAssocID="{7B60C41D-29FF-934D-81DA-031C7DD6429A}" presName="accent_4" presStyleCnt="0"/>
      <dgm:spPr/>
    </dgm:pt>
    <dgm:pt modelId="{B7DD41C6-6229-444D-95C1-5F2EC21D0944}" type="pres">
      <dgm:prSet presAssocID="{7B60C41D-29FF-934D-81DA-031C7DD6429A}" presName="accentRepeatNode" presStyleLbl="solidFgAcc1" presStyleIdx="3" presStyleCnt="5"/>
      <dgm:spPr/>
    </dgm:pt>
    <dgm:pt modelId="{45011BB4-8C66-284D-BF06-BB19C2B331D2}" type="pres">
      <dgm:prSet presAssocID="{6FC8F63A-9182-7849-B04B-FB5C3BAFC305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C5EA9B-D2B5-6340-B3D8-02212DECA496}" type="pres">
      <dgm:prSet presAssocID="{6FC8F63A-9182-7849-B04B-FB5C3BAFC305}" presName="accent_5" presStyleCnt="0"/>
      <dgm:spPr/>
    </dgm:pt>
    <dgm:pt modelId="{BBED9E45-8C82-2F43-840F-B649C548F8B6}" type="pres">
      <dgm:prSet presAssocID="{6FC8F63A-9182-7849-B04B-FB5C3BAFC305}" presName="accentRepeatNode" presStyleLbl="solidFgAcc1" presStyleIdx="4" presStyleCnt="5"/>
      <dgm:spPr/>
    </dgm:pt>
  </dgm:ptLst>
  <dgm:cxnLst>
    <dgm:cxn modelId="{061E4369-F62D-C04E-A2DA-65B2D5BA079E}" srcId="{24CCFDEA-D89A-2C47-A173-5B622A70A95E}" destId="{7B77E7A6-29D2-2C48-84D8-7E47C897D92C}" srcOrd="0" destOrd="0" parTransId="{CBA2A975-46A2-0049-9BE7-71B3DEA60CD3}" sibTransId="{9B797243-7735-4947-9799-B10B2FCCFD98}"/>
    <dgm:cxn modelId="{FAB251A0-157D-FE49-B4DF-EC9EDCCDD94D}" type="presOf" srcId="{7B60C41D-29FF-934D-81DA-031C7DD6429A}" destId="{D7A39AC5-A889-D54F-B596-4BEF253C2407}" srcOrd="0" destOrd="0" presId="urn:microsoft.com/office/officeart/2008/layout/VerticalCurvedList"/>
    <dgm:cxn modelId="{3B037A12-89BD-5949-8F81-B007291193BA}" type="presOf" srcId="{DB7E05CF-3CD5-9541-AA4F-E10F0DB49E76}" destId="{2C9E6719-1B83-4D4B-9F1A-B44F8C01FF30}" srcOrd="0" destOrd="0" presId="urn:microsoft.com/office/officeart/2008/layout/VerticalCurvedList"/>
    <dgm:cxn modelId="{FBB6FA1B-B399-6347-9FE9-1930E9BD1504}" type="presOf" srcId="{24CCFDEA-D89A-2C47-A173-5B622A70A95E}" destId="{32E2B8B2-0038-C04B-A263-F7E4798CD0C4}" srcOrd="0" destOrd="0" presId="urn:microsoft.com/office/officeart/2008/layout/VerticalCurvedList"/>
    <dgm:cxn modelId="{7B9A7332-DEC6-F940-9AE6-25E9915015E3}" srcId="{24CCFDEA-D89A-2C47-A173-5B622A70A95E}" destId="{B0F6F6A9-4F9A-ED47-BAE0-FE4FD1630937}" srcOrd="1" destOrd="0" parTransId="{9D996EA6-D5DD-5248-8978-09B460C2D01F}" sibTransId="{F3B0B9C4-CFAC-B040-9C37-2F67B10120A2}"/>
    <dgm:cxn modelId="{3B08ADC7-CA6A-D845-8FC4-2A55CD5DE14A}" type="presOf" srcId="{7B77E7A6-29D2-2C48-84D8-7E47C897D92C}" destId="{82A742EB-50B3-394E-B2C2-58D7E3BD6704}" srcOrd="0" destOrd="0" presId="urn:microsoft.com/office/officeart/2008/layout/VerticalCurvedList"/>
    <dgm:cxn modelId="{BFD0DC4F-A29F-1D44-BBF2-EFA828CFB078}" srcId="{24CCFDEA-D89A-2C47-A173-5B622A70A95E}" destId="{6FC8F63A-9182-7849-B04B-FB5C3BAFC305}" srcOrd="4" destOrd="0" parTransId="{240A9A89-5A13-384A-B131-12B20C766241}" sibTransId="{09A2CB49-8C52-EE46-9CA6-AF1B8C47C572}"/>
    <dgm:cxn modelId="{B1DF3736-3439-6E40-A80E-93A69DACE782}" type="presOf" srcId="{9B797243-7735-4947-9799-B10B2FCCFD98}" destId="{CAAFEEEF-68F8-3143-B0B0-AB2232AB96BE}" srcOrd="0" destOrd="0" presId="urn:microsoft.com/office/officeart/2008/layout/VerticalCurvedList"/>
    <dgm:cxn modelId="{9DB0CD27-3C2C-E74C-9C58-2BF6CA486C0B}" srcId="{24CCFDEA-D89A-2C47-A173-5B622A70A95E}" destId="{7B60C41D-29FF-934D-81DA-031C7DD6429A}" srcOrd="3" destOrd="0" parTransId="{0C965817-7B76-6840-94F7-172DCA039F1E}" sibTransId="{5E3B09F6-0B78-5F4D-9FCE-DE3896E3503D}"/>
    <dgm:cxn modelId="{C7CE11DF-A947-4945-B0E6-DCB79049BC77}" type="presOf" srcId="{6FC8F63A-9182-7849-B04B-FB5C3BAFC305}" destId="{45011BB4-8C66-284D-BF06-BB19C2B331D2}" srcOrd="0" destOrd="0" presId="urn:microsoft.com/office/officeart/2008/layout/VerticalCurvedList"/>
    <dgm:cxn modelId="{7457781C-3824-A246-96F7-393A49208A49}" type="presOf" srcId="{B0F6F6A9-4F9A-ED47-BAE0-FE4FD1630937}" destId="{9571E737-0027-7747-A887-90C7EABCDF3A}" srcOrd="0" destOrd="0" presId="urn:microsoft.com/office/officeart/2008/layout/VerticalCurvedList"/>
    <dgm:cxn modelId="{85BD6FAC-9619-C14C-9439-048C9D8DB728}" srcId="{24CCFDEA-D89A-2C47-A173-5B622A70A95E}" destId="{DB7E05CF-3CD5-9541-AA4F-E10F0DB49E76}" srcOrd="2" destOrd="0" parTransId="{4BAB6326-2BD5-6341-8467-888E740A9F28}" sibTransId="{3A9D1FCC-67DD-E740-A87D-17A14947DD0E}"/>
    <dgm:cxn modelId="{7821E822-259C-AE43-A3EE-7790B17ED088}" type="presParOf" srcId="{32E2B8B2-0038-C04B-A263-F7E4798CD0C4}" destId="{3B945F62-D5B8-6E4D-8E8D-3CF5B771B3AC}" srcOrd="0" destOrd="0" presId="urn:microsoft.com/office/officeart/2008/layout/VerticalCurvedList"/>
    <dgm:cxn modelId="{32834E08-C5FE-904A-A368-A753DF1EC73A}" type="presParOf" srcId="{3B945F62-D5B8-6E4D-8E8D-3CF5B771B3AC}" destId="{EBE2DFB6-3494-9346-9842-F9C6DE42F189}" srcOrd="0" destOrd="0" presId="urn:microsoft.com/office/officeart/2008/layout/VerticalCurvedList"/>
    <dgm:cxn modelId="{CB677D7C-0D54-324F-9249-9B3D340BCF19}" type="presParOf" srcId="{EBE2DFB6-3494-9346-9842-F9C6DE42F189}" destId="{9A1D1F03-3BB8-4140-AF69-43E9BFFC8A2F}" srcOrd="0" destOrd="0" presId="urn:microsoft.com/office/officeart/2008/layout/VerticalCurvedList"/>
    <dgm:cxn modelId="{AC0A8C8A-CA57-DC48-89CA-362F5DDED548}" type="presParOf" srcId="{EBE2DFB6-3494-9346-9842-F9C6DE42F189}" destId="{CAAFEEEF-68F8-3143-B0B0-AB2232AB96BE}" srcOrd="1" destOrd="0" presId="urn:microsoft.com/office/officeart/2008/layout/VerticalCurvedList"/>
    <dgm:cxn modelId="{A6405983-4A65-BB4B-B225-38D477B469DE}" type="presParOf" srcId="{EBE2DFB6-3494-9346-9842-F9C6DE42F189}" destId="{250F436E-6BA5-5A43-BC01-F9529FD8A606}" srcOrd="2" destOrd="0" presId="urn:microsoft.com/office/officeart/2008/layout/VerticalCurvedList"/>
    <dgm:cxn modelId="{8301623C-977E-D742-81E6-97E19171B5B3}" type="presParOf" srcId="{EBE2DFB6-3494-9346-9842-F9C6DE42F189}" destId="{BB82FB1C-9552-F946-923A-A49BB7D17228}" srcOrd="3" destOrd="0" presId="urn:microsoft.com/office/officeart/2008/layout/VerticalCurvedList"/>
    <dgm:cxn modelId="{16CE93EC-FB74-C942-9DEC-B07403CC5D64}" type="presParOf" srcId="{3B945F62-D5B8-6E4D-8E8D-3CF5B771B3AC}" destId="{82A742EB-50B3-394E-B2C2-58D7E3BD6704}" srcOrd="1" destOrd="0" presId="urn:microsoft.com/office/officeart/2008/layout/VerticalCurvedList"/>
    <dgm:cxn modelId="{A013BE11-FC05-7A45-8D19-9BE0A7ED01C0}" type="presParOf" srcId="{3B945F62-D5B8-6E4D-8E8D-3CF5B771B3AC}" destId="{151E2EDE-E62E-CF47-9D89-211646D461AB}" srcOrd="2" destOrd="0" presId="urn:microsoft.com/office/officeart/2008/layout/VerticalCurvedList"/>
    <dgm:cxn modelId="{A42C5806-4AE5-8C40-8221-1748DC9B7089}" type="presParOf" srcId="{151E2EDE-E62E-CF47-9D89-211646D461AB}" destId="{D65C15EA-7F78-FB49-9B90-167D2BB4671B}" srcOrd="0" destOrd="0" presId="urn:microsoft.com/office/officeart/2008/layout/VerticalCurvedList"/>
    <dgm:cxn modelId="{DB366295-C26F-034C-9435-D59FC8252891}" type="presParOf" srcId="{3B945F62-D5B8-6E4D-8E8D-3CF5B771B3AC}" destId="{9571E737-0027-7747-A887-90C7EABCDF3A}" srcOrd="3" destOrd="0" presId="urn:microsoft.com/office/officeart/2008/layout/VerticalCurvedList"/>
    <dgm:cxn modelId="{F48D6259-9EC5-0C4B-BCD8-4A0CBC71CFF1}" type="presParOf" srcId="{3B945F62-D5B8-6E4D-8E8D-3CF5B771B3AC}" destId="{18A365B1-B627-0D4E-A06E-5B2AB3F0C776}" srcOrd="4" destOrd="0" presId="urn:microsoft.com/office/officeart/2008/layout/VerticalCurvedList"/>
    <dgm:cxn modelId="{B583A559-E928-A649-9976-7AB517CB3D7B}" type="presParOf" srcId="{18A365B1-B627-0D4E-A06E-5B2AB3F0C776}" destId="{22F4263A-4CC2-8B44-B785-ECE45BB6A482}" srcOrd="0" destOrd="0" presId="urn:microsoft.com/office/officeart/2008/layout/VerticalCurvedList"/>
    <dgm:cxn modelId="{8B4AD7E0-D955-7747-8BF1-DA23E0C7222F}" type="presParOf" srcId="{3B945F62-D5B8-6E4D-8E8D-3CF5B771B3AC}" destId="{2C9E6719-1B83-4D4B-9F1A-B44F8C01FF30}" srcOrd="5" destOrd="0" presId="urn:microsoft.com/office/officeart/2008/layout/VerticalCurvedList"/>
    <dgm:cxn modelId="{276AA9E0-2BE6-474C-BE52-08FCBEFB097F}" type="presParOf" srcId="{3B945F62-D5B8-6E4D-8E8D-3CF5B771B3AC}" destId="{A19E9D5F-BC76-8147-A5E1-DBA5036CF4B4}" srcOrd="6" destOrd="0" presId="urn:microsoft.com/office/officeart/2008/layout/VerticalCurvedList"/>
    <dgm:cxn modelId="{7D2778F3-3DC2-024C-8685-4F15847D2AA4}" type="presParOf" srcId="{A19E9D5F-BC76-8147-A5E1-DBA5036CF4B4}" destId="{92803F0D-E47E-6B4B-B6DB-DD0536DAB0AF}" srcOrd="0" destOrd="0" presId="urn:microsoft.com/office/officeart/2008/layout/VerticalCurvedList"/>
    <dgm:cxn modelId="{B4205D33-D9E0-5F42-B026-B35C251AD999}" type="presParOf" srcId="{3B945F62-D5B8-6E4D-8E8D-3CF5B771B3AC}" destId="{D7A39AC5-A889-D54F-B596-4BEF253C2407}" srcOrd="7" destOrd="0" presId="urn:microsoft.com/office/officeart/2008/layout/VerticalCurvedList"/>
    <dgm:cxn modelId="{392F53CA-A0C5-324B-8545-CD91AE6C3BB9}" type="presParOf" srcId="{3B945F62-D5B8-6E4D-8E8D-3CF5B771B3AC}" destId="{577B3883-8EAD-7540-9194-333DA3195521}" srcOrd="8" destOrd="0" presId="urn:microsoft.com/office/officeart/2008/layout/VerticalCurvedList"/>
    <dgm:cxn modelId="{1B2D96D5-E5A2-2142-964B-8A44A6835C57}" type="presParOf" srcId="{577B3883-8EAD-7540-9194-333DA3195521}" destId="{B7DD41C6-6229-444D-95C1-5F2EC21D0944}" srcOrd="0" destOrd="0" presId="urn:microsoft.com/office/officeart/2008/layout/VerticalCurvedList"/>
    <dgm:cxn modelId="{F3F2F82A-4B2F-7346-82C1-06838583A6A2}" type="presParOf" srcId="{3B945F62-D5B8-6E4D-8E8D-3CF5B771B3AC}" destId="{45011BB4-8C66-284D-BF06-BB19C2B331D2}" srcOrd="9" destOrd="0" presId="urn:microsoft.com/office/officeart/2008/layout/VerticalCurvedList"/>
    <dgm:cxn modelId="{51EA197B-5895-2A4E-B438-09FFA39BE02F}" type="presParOf" srcId="{3B945F62-D5B8-6E4D-8E8D-3CF5B771B3AC}" destId="{BCC5EA9B-D2B5-6340-B3D8-02212DECA496}" srcOrd="10" destOrd="0" presId="urn:microsoft.com/office/officeart/2008/layout/VerticalCurvedList"/>
    <dgm:cxn modelId="{0835F83D-2019-4D44-A04B-46B9E9DE4641}" type="presParOf" srcId="{BCC5EA9B-D2B5-6340-B3D8-02212DECA496}" destId="{BBED9E45-8C82-2F43-840F-B649C548F8B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96E722-A7A0-574E-A139-188A26429BE5}" type="doc">
      <dgm:prSet loTypeId="urn:microsoft.com/office/officeart/2005/8/layout/default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99D0545-5710-7A4A-8166-6EF11AF39D88}">
      <dgm:prSet phldrT="[Text]"/>
      <dgm:spPr/>
      <dgm:t>
        <a:bodyPr/>
        <a:lstStyle/>
        <a:p>
          <a:r>
            <a:rPr lang="en-ID" dirty="0" err="1"/>
            <a:t>Mengenali</a:t>
          </a:r>
          <a:r>
            <a:rPr lang="en-ID" dirty="0"/>
            <a:t> </a:t>
          </a:r>
          <a:r>
            <a:rPr lang="en-ID" dirty="0" err="1"/>
            <a:t>dan</a:t>
          </a:r>
          <a:r>
            <a:rPr lang="en-ID" dirty="0"/>
            <a:t> </a:t>
          </a:r>
          <a:r>
            <a:rPr lang="en-ID" dirty="0" err="1"/>
            <a:t>memformulasikan</a:t>
          </a:r>
          <a:r>
            <a:rPr lang="en-ID" dirty="0"/>
            <a:t> </a:t>
          </a:r>
          <a:r>
            <a:rPr lang="en-ID" dirty="0" err="1"/>
            <a:t>permasalahan</a:t>
          </a:r>
          <a:r>
            <a:rPr lang="en-ID" dirty="0"/>
            <a:t/>
          </a:r>
          <a:br>
            <a:rPr lang="en-ID" dirty="0"/>
          </a:br>
          <a:endParaRPr lang="en-ID" dirty="0"/>
        </a:p>
      </dgm:t>
    </dgm:pt>
    <dgm:pt modelId="{D55EC0CD-C66E-6748-9AE7-7AEDF19722B5}" type="parTrans" cxnId="{B35C6951-2025-2E4C-9E96-658F0AC1E824}">
      <dgm:prSet/>
      <dgm:spPr/>
      <dgm:t>
        <a:bodyPr/>
        <a:lstStyle/>
        <a:p>
          <a:endParaRPr lang="en-US"/>
        </a:p>
      </dgm:t>
    </dgm:pt>
    <dgm:pt modelId="{ADE3813C-B092-714E-BA9F-2D8D4BBD555A}" type="sibTrans" cxnId="{B35C6951-2025-2E4C-9E96-658F0AC1E824}">
      <dgm:prSet/>
      <dgm:spPr/>
      <dgm:t>
        <a:bodyPr/>
        <a:lstStyle/>
        <a:p>
          <a:endParaRPr lang="en-US"/>
        </a:p>
      </dgm:t>
    </dgm:pt>
    <dgm:pt modelId="{D30512D4-B736-234F-9F0E-1E81F8D7BEDC}">
      <dgm:prSet phldrT="[Text]"/>
      <dgm:spPr/>
      <dgm:t>
        <a:bodyPr/>
        <a:lstStyle/>
        <a:p>
          <a:r>
            <a:rPr lang="en-ID" dirty="0" err="1"/>
            <a:t>Memecahkan</a:t>
          </a:r>
          <a:r>
            <a:rPr lang="en-ID" dirty="0"/>
            <a:t> </a:t>
          </a:r>
          <a:r>
            <a:rPr lang="en-ID" dirty="0" err="1"/>
            <a:t>permasalahan</a:t>
          </a:r>
          <a:r>
            <a:rPr lang="en-ID" dirty="0"/>
            <a:t> </a:t>
          </a:r>
          <a:r>
            <a:rPr lang="en-ID" dirty="0" err="1"/>
            <a:t>secara</a:t>
          </a:r>
          <a:r>
            <a:rPr lang="en-ID" dirty="0"/>
            <a:t> </a:t>
          </a:r>
          <a:r>
            <a:rPr lang="en-ID" dirty="0" err="1"/>
            <a:t>cepat</a:t>
          </a:r>
          <a:r>
            <a:rPr lang="en-ID" dirty="0"/>
            <a:t> </a:t>
          </a:r>
          <a:r>
            <a:rPr lang="en-ID" dirty="0" err="1"/>
            <a:t>dan</a:t>
          </a:r>
          <a:r>
            <a:rPr lang="en-ID" dirty="0"/>
            <a:t> </a:t>
          </a:r>
          <a:r>
            <a:rPr lang="en-ID" dirty="0" err="1"/>
            <a:t>tepat</a:t>
          </a:r>
          <a:r>
            <a:rPr lang="en-ID" dirty="0"/>
            <a:t> </a:t>
          </a:r>
          <a:endParaRPr lang="en-US" dirty="0"/>
        </a:p>
      </dgm:t>
    </dgm:pt>
    <dgm:pt modelId="{CBBA6D57-5ECF-2B40-8E7A-10EDE94F9DA7}" type="parTrans" cxnId="{C1EE547A-937B-6B4D-8B08-0C0B7D888128}">
      <dgm:prSet/>
      <dgm:spPr/>
      <dgm:t>
        <a:bodyPr/>
        <a:lstStyle/>
        <a:p>
          <a:endParaRPr lang="en-US"/>
        </a:p>
      </dgm:t>
    </dgm:pt>
    <dgm:pt modelId="{9EACD2EF-5536-1645-A887-D857E38D793C}" type="sibTrans" cxnId="{C1EE547A-937B-6B4D-8B08-0C0B7D888128}">
      <dgm:prSet/>
      <dgm:spPr/>
      <dgm:t>
        <a:bodyPr/>
        <a:lstStyle/>
        <a:p>
          <a:endParaRPr lang="en-US"/>
        </a:p>
      </dgm:t>
    </dgm:pt>
    <dgm:pt modelId="{05EF3967-4CA2-4E49-9396-FCB8CA6D2A42}">
      <dgm:prSet phldrT="[Text]"/>
      <dgm:spPr/>
      <dgm:t>
        <a:bodyPr/>
        <a:lstStyle/>
        <a:p>
          <a:r>
            <a:rPr lang="en-ID" dirty="0" err="1"/>
            <a:t>Menerangkan</a:t>
          </a:r>
          <a:r>
            <a:rPr lang="en-ID" dirty="0"/>
            <a:t> </a:t>
          </a:r>
          <a:r>
            <a:rPr lang="en-ID" dirty="0" err="1"/>
            <a:t>pemecahannya</a:t>
          </a:r>
          <a:endParaRPr lang="en-US" dirty="0"/>
        </a:p>
      </dgm:t>
    </dgm:pt>
    <dgm:pt modelId="{FFD5939C-B10C-ED41-B1F9-FB1D5C5DA969}" type="parTrans" cxnId="{10BE9FE4-9423-1F44-A0A5-0DFD563B28A4}">
      <dgm:prSet/>
      <dgm:spPr/>
      <dgm:t>
        <a:bodyPr/>
        <a:lstStyle/>
        <a:p>
          <a:endParaRPr lang="en-US"/>
        </a:p>
      </dgm:t>
    </dgm:pt>
    <dgm:pt modelId="{0F88DCDE-69BE-9743-A956-FD27BE279E91}" type="sibTrans" cxnId="{10BE9FE4-9423-1F44-A0A5-0DFD563B28A4}">
      <dgm:prSet/>
      <dgm:spPr/>
      <dgm:t>
        <a:bodyPr/>
        <a:lstStyle/>
        <a:p>
          <a:endParaRPr lang="en-US"/>
        </a:p>
      </dgm:t>
    </dgm:pt>
    <dgm:pt modelId="{5592E295-8B5A-2F49-90C5-F85E5DDE0F0D}">
      <dgm:prSet phldrT="[Text]"/>
      <dgm:spPr/>
      <dgm:t>
        <a:bodyPr/>
        <a:lstStyle/>
        <a:p>
          <a:r>
            <a:rPr lang="en-ID" dirty="0" err="1"/>
            <a:t>Belajar</a:t>
          </a:r>
          <a:r>
            <a:rPr lang="en-ID" dirty="0"/>
            <a:t> </a:t>
          </a:r>
          <a:r>
            <a:rPr lang="en-ID" dirty="0" err="1"/>
            <a:t>dari</a:t>
          </a:r>
          <a:r>
            <a:rPr lang="en-ID" dirty="0"/>
            <a:t> </a:t>
          </a:r>
          <a:r>
            <a:rPr lang="en-ID" dirty="0" err="1"/>
            <a:t>pengalaman</a:t>
          </a:r>
          <a:r>
            <a:rPr lang="en-ID" dirty="0"/>
            <a:t> </a:t>
          </a:r>
          <a:endParaRPr lang="en-US" dirty="0"/>
        </a:p>
      </dgm:t>
    </dgm:pt>
    <dgm:pt modelId="{49CA4FA7-620D-5B49-9CDB-4EF9991088AA}" type="parTrans" cxnId="{B6634CA3-3B8C-C340-8160-63BC9B30233A}">
      <dgm:prSet/>
      <dgm:spPr/>
      <dgm:t>
        <a:bodyPr/>
        <a:lstStyle/>
        <a:p>
          <a:endParaRPr lang="en-US"/>
        </a:p>
      </dgm:t>
    </dgm:pt>
    <dgm:pt modelId="{DD06D176-A283-8845-A16F-41F35E78137B}" type="sibTrans" cxnId="{B6634CA3-3B8C-C340-8160-63BC9B30233A}">
      <dgm:prSet/>
      <dgm:spPr/>
      <dgm:t>
        <a:bodyPr/>
        <a:lstStyle/>
        <a:p>
          <a:endParaRPr lang="en-US"/>
        </a:p>
      </dgm:t>
    </dgm:pt>
    <dgm:pt modelId="{1279DF5B-0FE9-D141-9A91-09A1D1579DD1}">
      <dgm:prSet phldrT="[Text]"/>
      <dgm:spPr/>
      <dgm:t>
        <a:bodyPr/>
        <a:lstStyle/>
        <a:p>
          <a:r>
            <a:rPr lang="en-ID" dirty="0" err="1"/>
            <a:t>Merestrukturisasi</a:t>
          </a:r>
          <a:r>
            <a:rPr lang="en-ID" dirty="0"/>
            <a:t> </a:t>
          </a:r>
          <a:r>
            <a:rPr lang="en-ID" dirty="0" err="1"/>
            <a:t>pengetahuan</a:t>
          </a:r>
          <a:r>
            <a:rPr lang="en-ID" dirty="0"/>
            <a:t> </a:t>
          </a:r>
          <a:endParaRPr lang="en-US" dirty="0"/>
        </a:p>
      </dgm:t>
    </dgm:pt>
    <dgm:pt modelId="{48C5EB6F-5359-BA48-A52A-0C24C68F34E2}" type="parTrans" cxnId="{EC2AD702-4835-EF48-8DA9-633E98D2B489}">
      <dgm:prSet/>
      <dgm:spPr/>
      <dgm:t>
        <a:bodyPr/>
        <a:lstStyle/>
        <a:p>
          <a:endParaRPr lang="en-US"/>
        </a:p>
      </dgm:t>
    </dgm:pt>
    <dgm:pt modelId="{6149BEE9-A755-134B-B573-771B9B3071E1}" type="sibTrans" cxnId="{EC2AD702-4835-EF48-8DA9-633E98D2B489}">
      <dgm:prSet/>
      <dgm:spPr/>
      <dgm:t>
        <a:bodyPr/>
        <a:lstStyle/>
        <a:p>
          <a:endParaRPr lang="en-US"/>
        </a:p>
      </dgm:t>
    </dgm:pt>
    <dgm:pt modelId="{CF01D061-BCD0-C543-8FC0-9F6727904BBA}">
      <dgm:prSet/>
      <dgm:spPr/>
      <dgm:t>
        <a:bodyPr/>
        <a:lstStyle/>
        <a:p>
          <a:r>
            <a:rPr lang="en-ID"/>
            <a:t>Memecahkan aturan-aturan</a:t>
          </a:r>
          <a:endParaRPr lang="en-US"/>
        </a:p>
      </dgm:t>
    </dgm:pt>
    <dgm:pt modelId="{03F92626-8F50-E44A-B415-D474F9170AD0}" type="parTrans" cxnId="{C5FFC700-C0F6-7C42-BC96-F1F1D6BB011F}">
      <dgm:prSet/>
      <dgm:spPr/>
      <dgm:t>
        <a:bodyPr/>
        <a:lstStyle/>
        <a:p>
          <a:endParaRPr lang="en-US"/>
        </a:p>
      </dgm:t>
    </dgm:pt>
    <dgm:pt modelId="{017DE150-C2B6-D943-8217-C278184341CE}" type="sibTrans" cxnId="{C5FFC700-C0F6-7C42-BC96-F1F1D6BB011F}">
      <dgm:prSet/>
      <dgm:spPr/>
      <dgm:t>
        <a:bodyPr/>
        <a:lstStyle/>
        <a:p>
          <a:endParaRPr lang="en-US"/>
        </a:p>
      </dgm:t>
    </dgm:pt>
    <dgm:pt modelId="{6BEE336F-89F3-294E-AB24-8843EF1630A4}">
      <dgm:prSet/>
      <dgm:spPr/>
      <dgm:t>
        <a:bodyPr/>
        <a:lstStyle/>
        <a:p>
          <a:r>
            <a:rPr lang="en-ID"/>
            <a:t>Menentukan relevansi </a:t>
          </a:r>
          <a:endParaRPr lang="en-US" dirty="0"/>
        </a:p>
      </dgm:t>
    </dgm:pt>
    <dgm:pt modelId="{39AF92EB-6DF8-6147-BFC7-35FDAAE1CAD2}" type="parTrans" cxnId="{EC29D339-7EB8-2845-8333-B438907B332D}">
      <dgm:prSet/>
      <dgm:spPr/>
      <dgm:t>
        <a:bodyPr/>
        <a:lstStyle/>
        <a:p>
          <a:endParaRPr lang="en-US"/>
        </a:p>
      </dgm:t>
    </dgm:pt>
    <dgm:pt modelId="{4C5025F1-E8F3-7E4C-91E3-00F61805F32E}" type="sibTrans" cxnId="{EC29D339-7EB8-2845-8333-B438907B332D}">
      <dgm:prSet/>
      <dgm:spPr/>
      <dgm:t>
        <a:bodyPr/>
        <a:lstStyle/>
        <a:p>
          <a:endParaRPr lang="en-US"/>
        </a:p>
      </dgm:t>
    </dgm:pt>
    <dgm:pt modelId="{93D7F366-11CB-474E-A265-D42A1EDA153C}" type="pres">
      <dgm:prSet presAssocID="{1096E722-A7A0-574E-A139-188A26429BE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0F2BDEC-9ECF-B04C-BB1F-B21FDD69EB79}" type="pres">
      <dgm:prSet presAssocID="{499D0545-5710-7A4A-8166-6EF11AF39D88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9B6086-81CF-2045-B9BA-264F02B47CDB}" type="pres">
      <dgm:prSet presAssocID="{ADE3813C-B092-714E-BA9F-2D8D4BBD555A}" presName="sibTrans" presStyleCnt="0"/>
      <dgm:spPr/>
    </dgm:pt>
    <dgm:pt modelId="{D65944FC-9BA7-DB43-9063-73FE4A0ACF20}" type="pres">
      <dgm:prSet presAssocID="{D30512D4-B736-234F-9F0E-1E81F8D7BEDC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A0B665-65D5-1D42-B1C1-7155B49212E8}" type="pres">
      <dgm:prSet presAssocID="{9EACD2EF-5536-1645-A887-D857E38D793C}" presName="sibTrans" presStyleCnt="0"/>
      <dgm:spPr/>
    </dgm:pt>
    <dgm:pt modelId="{FAC93FC7-B705-474F-A51B-3FA51331D37F}" type="pres">
      <dgm:prSet presAssocID="{05EF3967-4CA2-4E49-9396-FCB8CA6D2A42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99F116-AAB3-4444-9DC7-DF1F80F61E3F}" type="pres">
      <dgm:prSet presAssocID="{0F88DCDE-69BE-9743-A956-FD27BE279E91}" presName="sibTrans" presStyleCnt="0"/>
      <dgm:spPr/>
    </dgm:pt>
    <dgm:pt modelId="{7FF1E933-D5B8-2F4E-9F6E-28400EC81BA4}" type="pres">
      <dgm:prSet presAssocID="{5592E295-8B5A-2F49-90C5-F85E5DDE0F0D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9309CE-8F06-454F-8F21-20FFB36B45C0}" type="pres">
      <dgm:prSet presAssocID="{DD06D176-A283-8845-A16F-41F35E78137B}" presName="sibTrans" presStyleCnt="0"/>
      <dgm:spPr/>
    </dgm:pt>
    <dgm:pt modelId="{291E94A4-C25A-554B-A20C-67FEE1860716}" type="pres">
      <dgm:prSet presAssocID="{1279DF5B-0FE9-D141-9A91-09A1D1579DD1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CDAEEA-6DDB-F74E-A5A5-28ACC235A2C8}" type="pres">
      <dgm:prSet presAssocID="{6149BEE9-A755-134B-B573-771B9B3071E1}" presName="sibTrans" presStyleCnt="0"/>
      <dgm:spPr/>
    </dgm:pt>
    <dgm:pt modelId="{C66323FE-FC55-F748-92D1-BAEC14221DE0}" type="pres">
      <dgm:prSet presAssocID="{CF01D061-BCD0-C543-8FC0-9F6727904BBA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124BF5-DC0D-7B4C-9B2E-F3EB0F5CFBCC}" type="pres">
      <dgm:prSet presAssocID="{017DE150-C2B6-D943-8217-C278184341CE}" presName="sibTrans" presStyleCnt="0"/>
      <dgm:spPr/>
    </dgm:pt>
    <dgm:pt modelId="{F88CED2A-ABEB-F544-92E3-3ABF7000E400}" type="pres">
      <dgm:prSet presAssocID="{6BEE336F-89F3-294E-AB24-8843EF1630A4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C2AD702-4835-EF48-8DA9-633E98D2B489}" srcId="{1096E722-A7A0-574E-A139-188A26429BE5}" destId="{1279DF5B-0FE9-D141-9A91-09A1D1579DD1}" srcOrd="4" destOrd="0" parTransId="{48C5EB6F-5359-BA48-A52A-0C24C68F34E2}" sibTransId="{6149BEE9-A755-134B-B573-771B9B3071E1}"/>
    <dgm:cxn modelId="{C1EE547A-937B-6B4D-8B08-0C0B7D888128}" srcId="{1096E722-A7A0-574E-A139-188A26429BE5}" destId="{D30512D4-B736-234F-9F0E-1E81F8D7BEDC}" srcOrd="1" destOrd="0" parTransId="{CBBA6D57-5ECF-2B40-8E7A-10EDE94F9DA7}" sibTransId="{9EACD2EF-5536-1645-A887-D857E38D793C}"/>
    <dgm:cxn modelId="{B425DC96-D22F-2949-A3B2-5740D534ACF4}" type="presOf" srcId="{D30512D4-B736-234F-9F0E-1E81F8D7BEDC}" destId="{D65944FC-9BA7-DB43-9063-73FE4A0ACF20}" srcOrd="0" destOrd="0" presId="urn:microsoft.com/office/officeart/2005/8/layout/default"/>
    <dgm:cxn modelId="{B35C6951-2025-2E4C-9E96-658F0AC1E824}" srcId="{1096E722-A7A0-574E-A139-188A26429BE5}" destId="{499D0545-5710-7A4A-8166-6EF11AF39D88}" srcOrd="0" destOrd="0" parTransId="{D55EC0CD-C66E-6748-9AE7-7AEDF19722B5}" sibTransId="{ADE3813C-B092-714E-BA9F-2D8D4BBD555A}"/>
    <dgm:cxn modelId="{3EF25288-2891-534E-A960-8041DB1335E7}" type="presOf" srcId="{5592E295-8B5A-2F49-90C5-F85E5DDE0F0D}" destId="{7FF1E933-D5B8-2F4E-9F6E-28400EC81BA4}" srcOrd="0" destOrd="0" presId="urn:microsoft.com/office/officeart/2005/8/layout/default"/>
    <dgm:cxn modelId="{EC29D339-7EB8-2845-8333-B438907B332D}" srcId="{1096E722-A7A0-574E-A139-188A26429BE5}" destId="{6BEE336F-89F3-294E-AB24-8843EF1630A4}" srcOrd="6" destOrd="0" parTransId="{39AF92EB-6DF8-6147-BFC7-35FDAAE1CAD2}" sibTransId="{4C5025F1-E8F3-7E4C-91E3-00F61805F32E}"/>
    <dgm:cxn modelId="{D0523EC0-CAE5-BE4F-AC45-E4A59AD80F7D}" type="presOf" srcId="{1279DF5B-0FE9-D141-9A91-09A1D1579DD1}" destId="{291E94A4-C25A-554B-A20C-67FEE1860716}" srcOrd="0" destOrd="0" presId="urn:microsoft.com/office/officeart/2005/8/layout/default"/>
    <dgm:cxn modelId="{3574C8D5-7E97-EE4C-913A-EDB24B834449}" type="presOf" srcId="{1096E722-A7A0-574E-A139-188A26429BE5}" destId="{93D7F366-11CB-474E-A265-D42A1EDA153C}" srcOrd="0" destOrd="0" presId="urn:microsoft.com/office/officeart/2005/8/layout/default"/>
    <dgm:cxn modelId="{3F81A24F-BAD6-7745-BAA7-ACF8E2C5AEE9}" type="presOf" srcId="{05EF3967-4CA2-4E49-9396-FCB8CA6D2A42}" destId="{FAC93FC7-B705-474F-A51B-3FA51331D37F}" srcOrd="0" destOrd="0" presId="urn:microsoft.com/office/officeart/2005/8/layout/default"/>
    <dgm:cxn modelId="{10BE9FE4-9423-1F44-A0A5-0DFD563B28A4}" srcId="{1096E722-A7A0-574E-A139-188A26429BE5}" destId="{05EF3967-4CA2-4E49-9396-FCB8CA6D2A42}" srcOrd="2" destOrd="0" parTransId="{FFD5939C-B10C-ED41-B1F9-FB1D5C5DA969}" sibTransId="{0F88DCDE-69BE-9743-A956-FD27BE279E91}"/>
    <dgm:cxn modelId="{B6634CA3-3B8C-C340-8160-63BC9B30233A}" srcId="{1096E722-A7A0-574E-A139-188A26429BE5}" destId="{5592E295-8B5A-2F49-90C5-F85E5DDE0F0D}" srcOrd="3" destOrd="0" parTransId="{49CA4FA7-620D-5B49-9CDB-4EF9991088AA}" sibTransId="{DD06D176-A283-8845-A16F-41F35E78137B}"/>
    <dgm:cxn modelId="{3DA3D6FB-A383-2F44-8DBB-CD7C99DFFEA9}" type="presOf" srcId="{CF01D061-BCD0-C543-8FC0-9F6727904BBA}" destId="{C66323FE-FC55-F748-92D1-BAEC14221DE0}" srcOrd="0" destOrd="0" presId="urn:microsoft.com/office/officeart/2005/8/layout/default"/>
    <dgm:cxn modelId="{6893ACE9-4E53-FD4B-B1D1-F43230ED518F}" type="presOf" srcId="{6BEE336F-89F3-294E-AB24-8843EF1630A4}" destId="{F88CED2A-ABEB-F544-92E3-3ABF7000E400}" srcOrd="0" destOrd="0" presId="urn:microsoft.com/office/officeart/2005/8/layout/default"/>
    <dgm:cxn modelId="{C5FFC700-C0F6-7C42-BC96-F1F1D6BB011F}" srcId="{1096E722-A7A0-574E-A139-188A26429BE5}" destId="{CF01D061-BCD0-C543-8FC0-9F6727904BBA}" srcOrd="5" destOrd="0" parTransId="{03F92626-8F50-E44A-B415-D474F9170AD0}" sibTransId="{017DE150-C2B6-D943-8217-C278184341CE}"/>
    <dgm:cxn modelId="{EAFBA84E-B772-3047-B2D0-38CFFC3582C6}" type="presOf" srcId="{499D0545-5710-7A4A-8166-6EF11AF39D88}" destId="{60F2BDEC-9ECF-B04C-BB1F-B21FDD69EB79}" srcOrd="0" destOrd="0" presId="urn:microsoft.com/office/officeart/2005/8/layout/default"/>
    <dgm:cxn modelId="{BA073935-6354-6141-801C-F6E156515278}" type="presParOf" srcId="{93D7F366-11CB-474E-A265-D42A1EDA153C}" destId="{60F2BDEC-9ECF-B04C-BB1F-B21FDD69EB79}" srcOrd="0" destOrd="0" presId="urn:microsoft.com/office/officeart/2005/8/layout/default"/>
    <dgm:cxn modelId="{7002C1E8-56A8-4140-87DF-E6E2A06CC30C}" type="presParOf" srcId="{93D7F366-11CB-474E-A265-D42A1EDA153C}" destId="{F29B6086-81CF-2045-B9BA-264F02B47CDB}" srcOrd="1" destOrd="0" presId="urn:microsoft.com/office/officeart/2005/8/layout/default"/>
    <dgm:cxn modelId="{A2F080C5-ECD1-2F42-B7B1-32637433ED31}" type="presParOf" srcId="{93D7F366-11CB-474E-A265-D42A1EDA153C}" destId="{D65944FC-9BA7-DB43-9063-73FE4A0ACF20}" srcOrd="2" destOrd="0" presId="urn:microsoft.com/office/officeart/2005/8/layout/default"/>
    <dgm:cxn modelId="{6DE7BBDD-88F5-1F48-AA63-3CBBE1C339D0}" type="presParOf" srcId="{93D7F366-11CB-474E-A265-D42A1EDA153C}" destId="{E0A0B665-65D5-1D42-B1C1-7155B49212E8}" srcOrd="3" destOrd="0" presId="urn:microsoft.com/office/officeart/2005/8/layout/default"/>
    <dgm:cxn modelId="{8390E111-33E4-C845-BC46-36E762C89FA5}" type="presParOf" srcId="{93D7F366-11CB-474E-A265-D42A1EDA153C}" destId="{FAC93FC7-B705-474F-A51B-3FA51331D37F}" srcOrd="4" destOrd="0" presId="urn:microsoft.com/office/officeart/2005/8/layout/default"/>
    <dgm:cxn modelId="{C7308CB9-76F0-0D4E-ADF2-6B19E23702AC}" type="presParOf" srcId="{93D7F366-11CB-474E-A265-D42A1EDA153C}" destId="{7B99F116-AAB3-4444-9DC7-DF1F80F61E3F}" srcOrd="5" destOrd="0" presId="urn:microsoft.com/office/officeart/2005/8/layout/default"/>
    <dgm:cxn modelId="{1571C544-02E5-BC4F-825B-278A7E9A5AF4}" type="presParOf" srcId="{93D7F366-11CB-474E-A265-D42A1EDA153C}" destId="{7FF1E933-D5B8-2F4E-9F6E-28400EC81BA4}" srcOrd="6" destOrd="0" presId="urn:microsoft.com/office/officeart/2005/8/layout/default"/>
    <dgm:cxn modelId="{24AF1BBD-4D2B-A941-84F6-0AFD2B729A94}" type="presParOf" srcId="{93D7F366-11CB-474E-A265-D42A1EDA153C}" destId="{EA9309CE-8F06-454F-8F21-20FFB36B45C0}" srcOrd="7" destOrd="0" presId="urn:microsoft.com/office/officeart/2005/8/layout/default"/>
    <dgm:cxn modelId="{F157E196-6ABA-4949-B08D-F79AF70DE41D}" type="presParOf" srcId="{93D7F366-11CB-474E-A265-D42A1EDA153C}" destId="{291E94A4-C25A-554B-A20C-67FEE1860716}" srcOrd="8" destOrd="0" presId="urn:microsoft.com/office/officeart/2005/8/layout/default"/>
    <dgm:cxn modelId="{24FABA23-656B-314C-A6DC-88E02FBA3016}" type="presParOf" srcId="{93D7F366-11CB-474E-A265-D42A1EDA153C}" destId="{35CDAEEA-6DDB-F74E-A5A5-28ACC235A2C8}" srcOrd="9" destOrd="0" presId="urn:microsoft.com/office/officeart/2005/8/layout/default"/>
    <dgm:cxn modelId="{15E27547-780D-3947-B485-F9BB06CB6179}" type="presParOf" srcId="{93D7F366-11CB-474E-A265-D42A1EDA153C}" destId="{C66323FE-FC55-F748-92D1-BAEC14221DE0}" srcOrd="10" destOrd="0" presId="urn:microsoft.com/office/officeart/2005/8/layout/default"/>
    <dgm:cxn modelId="{5CF16E90-8E32-9F4B-A90B-D4288FD1E42A}" type="presParOf" srcId="{93D7F366-11CB-474E-A265-D42A1EDA153C}" destId="{BF124BF5-DC0D-7B4C-9B2E-F3EB0F5CFBCC}" srcOrd="11" destOrd="0" presId="urn:microsoft.com/office/officeart/2005/8/layout/default"/>
    <dgm:cxn modelId="{C5C141C2-338E-E84E-A35D-E3A84BE44BCF}" type="presParOf" srcId="{93D7F366-11CB-474E-A265-D42A1EDA153C}" destId="{F88CED2A-ABEB-F544-92E3-3ABF7000E400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335E90-E6B0-AA4D-8526-93BAAFB7B7FC}" type="doc">
      <dgm:prSet loTypeId="urn:microsoft.com/office/officeart/2005/8/layout/lProcess3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70155D9-D133-3D4F-9808-D79A6341A132}">
      <dgm:prSet phldrT="[Text]"/>
      <dgm:spPr/>
      <dgm:t>
        <a:bodyPr/>
        <a:lstStyle/>
        <a:p>
          <a:r>
            <a:rPr lang="en-ID" dirty="0"/>
            <a:t>User Interface</a:t>
          </a:r>
          <a:endParaRPr lang="en-US" dirty="0"/>
        </a:p>
      </dgm:t>
    </dgm:pt>
    <dgm:pt modelId="{38A35F32-C902-B146-B606-817FA01DF975}" type="parTrans" cxnId="{0873E1C1-8D96-114F-8B0B-0B76F3F804BD}">
      <dgm:prSet/>
      <dgm:spPr/>
      <dgm:t>
        <a:bodyPr/>
        <a:lstStyle/>
        <a:p>
          <a:endParaRPr lang="en-US"/>
        </a:p>
      </dgm:t>
    </dgm:pt>
    <dgm:pt modelId="{58449379-338E-B34B-9B5B-0591D5834947}" type="sibTrans" cxnId="{0873E1C1-8D96-114F-8B0B-0B76F3F804BD}">
      <dgm:prSet/>
      <dgm:spPr/>
      <dgm:t>
        <a:bodyPr/>
        <a:lstStyle/>
        <a:p>
          <a:endParaRPr lang="en-US"/>
        </a:p>
      </dgm:t>
    </dgm:pt>
    <dgm:pt modelId="{F11F0A78-3C01-A841-A1D4-0AC54F15CAC1}">
      <dgm:prSet phldrT="[Text]" custT="1"/>
      <dgm:spPr/>
      <dgm:t>
        <a:bodyPr/>
        <a:lstStyle/>
        <a:p>
          <a:r>
            <a:rPr lang="en-ID" sz="1800" dirty="0" err="1"/>
            <a:t>Interaksi</a:t>
          </a:r>
          <a:r>
            <a:rPr lang="en-ID" sz="1800" dirty="0"/>
            <a:t> </a:t>
          </a:r>
          <a:r>
            <a:rPr lang="en-ID" sz="1800" dirty="0" err="1"/>
            <a:t>dengan</a:t>
          </a:r>
          <a:r>
            <a:rPr lang="en-ID" sz="1800" dirty="0"/>
            <a:t> end-user </a:t>
          </a:r>
          <a:endParaRPr lang="en-US" sz="1800" dirty="0"/>
        </a:p>
      </dgm:t>
    </dgm:pt>
    <dgm:pt modelId="{8788B970-AACC-604F-8941-4D42ACC988C8}" type="parTrans" cxnId="{52E50838-2D6A-344F-A922-DB93C016138D}">
      <dgm:prSet/>
      <dgm:spPr/>
      <dgm:t>
        <a:bodyPr/>
        <a:lstStyle/>
        <a:p>
          <a:endParaRPr lang="en-US"/>
        </a:p>
      </dgm:t>
    </dgm:pt>
    <dgm:pt modelId="{86C048E2-D17C-8E4E-8683-039CBDA1DAD7}" type="sibTrans" cxnId="{52E50838-2D6A-344F-A922-DB93C016138D}">
      <dgm:prSet/>
      <dgm:spPr/>
      <dgm:t>
        <a:bodyPr/>
        <a:lstStyle/>
        <a:p>
          <a:endParaRPr lang="en-US"/>
        </a:p>
      </dgm:t>
    </dgm:pt>
    <dgm:pt modelId="{12605A56-5F24-8C4A-A9D4-8BD8D6F284D0}">
      <dgm:prSet phldrT="[Text]" custT="1"/>
      <dgm:spPr/>
      <dgm:t>
        <a:bodyPr/>
        <a:lstStyle/>
        <a:p>
          <a:r>
            <a:rPr lang="en-ID" sz="1800" dirty="0" err="1"/>
            <a:t>Pengembangan</a:t>
          </a:r>
          <a:r>
            <a:rPr lang="en-ID" sz="1800" dirty="0"/>
            <a:t> </a:t>
          </a:r>
          <a:r>
            <a:rPr lang="en-ID" sz="1800" dirty="0" err="1"/>
            <a:t>dan</a:t>
          </a:r>
          <a:r>
            <a:rPr lang="en-ID" sz="1800" dirty="0"/>
            <a:t> </a:t>
          </a:r>
          <a:r>
            <a:rPr lang="en-ID" sz="1800" dirty="0" err="1"/>
            <a:t>pemeliharaan</a:t>
          </a:r>
          <a:r>
            <a:rPr lang="en-ID" sz="1800" dirty="0"/>
            <a:t> </a:t>
          </a:r>
          <a:r>
            <a:rPr lang="en-ID" sz="1800" dirty="0" err="1"/>
            <a:t>sistem</a:t>
          </a:r>
          <a:endParaRPr lang="en-US" sz="1800" dirty="0"/>
        </a:p>
      </dgm:t>
    </dgm:pt>
    <dgm:pt modelId="{A18F058B-1DFA-E94A-AF6E-15885E7B82F2}" type="parTrans" cxnId="{7AB17622-C08D-E647-9A7E-2032B48E4F09}">
      <dgm:prSet/>
      <dgm:spPr/>
      <dgm:t>
        <a:bodyPr/>
        <a:lstStyle/>
        <a:p>
          <a:endParaRPr lang="en-US"/>
        </a:p>
      </dgm:t>
    </dgm:pt>
    <dgm:pt modelId="{80DEB674-D42F-A842-92A6-D3EBA8DDF75C}" type="sibTrans" cxnId="{7AB17622-C08D-E647-9A7E-2032B48E4F09}">
      <dgm:prSet/>
      <dgm:spPr/>
      <dgm:t>
        <a:bodyPr/>
        <a:lstStyle/>
        <a:p>
          <a:endParaRPr lang="en-US"/>
        </a:p>
      </dgm:t>
    </dgm:pt>
    <dgm:pt modelId="{D05CB8F2-C184-6A4B-A48D-158560D7C8A1}">
      <dgm:prSet phldrT="[Text]"/>
      <dgm:spPr/>
      <dgm:t>
        <a:bodyPr/>
        <a:lstStyle/>
        <a:p>
          <a:r>
            <a:rPr lang="en-ID" dirty="0"/>
            <a:t>Knowledge Base</a:t>
          </a:r>
          <a:endParaRPr lang="en-US" dirty="0"/>
        </a:p>
      </dgm:t>
    </dgm:pt>
    <dgm:pt modelId="{814DF46E-02C8-2E4A-8122-7230B2272FF0}" type="parTrans" cxnId="{FC935217-18C5-2940-B875-8232282A6388}">
      <dgm:prSet/>
      <dgm:spPr/>
      <dgm:t>
        <a:bodyPr/>
        <a:lstStyle/>
        <a:p>
          <a:endParaRPr lang="en-US"/>
        </a:p>
      </dgm:t>
    </dgm:pt>
    <dgm:pt modelId="{B84BDD45-A336-814B-9FD6-577395547E63}" type="sibTrans" cxnId="{FC935217-18C5-2940-B875-8232282A6388}">
      <dgm:prSet/>
      <dgm:spPr/>
      <dgm:t>
        <a:bodyPr/>
        <a:lstStyle/>
        <a:p>
          <a:endParaRPr lang="en-US"/>
        </a:p>
      </dgm:t>
    </dgm:pt>
    <dgm:pt modelId="{A7D9C1C0-DEEA-B84C-949B-F41E7D059687}">
      <dgm:prSet phldrT="[Text]" custT="1"/>
      <dgm:spPr/>
      <dgm:t>
        <a:bodyPr/>
        <a:lstStyle/>
        <a:p>
          <a:r>
            <a:rPr lang="en-ID" sz="1600" dirty="0" err="1"/>
            <a:t>Berisi</a:t>
          </a:r>
          <a:r>
            <a:rPr lang="en-ID" sz="1600" dirty="0"/>
            <a:t> </a:t>
          </a:r>
          <a:r>
            <a:rPr lang="en-ID" sz="1600" dirty="0" err="1"/>
            <a:t>informasi</a:t>
          </a:r>
          <a:r>
            <a:rPr lang="en-ID" sz="1600" dirty="0"/>
            <a:t> </a:t>
          </a:r>
          <a:r>
            <a:rPr lang="en-ID" sz="1600" dirty="0" err="1"/>
            <a:t>penting</a:t>
          </a:r>
          <a:r>
            <a:rPr lang="en-ID" sz="1600" dirty="0"/>
            <a:t> </a:t>
          </a:r>
          <a:r>
            <a:rPr lang="en-ID" sz="1600" dirty="0" err="1"/>
            <a:t>tentang</a:t>
          </a:r>
          <a:r>
            <a:rPr lang="en-ID" sz="1600" dirty="0"/>
            <a:t> domain </a:t>
          </a:r>
          <a:r>
            <a:rPr lang="en-ID" sz="1600" dirty="0" err="1"/>
            <a:t>permasalahan</a:t>
          </a:r>
          <a:r>
            <a:rPr lang="en-ID" sz="1600" dirty="0"/>
            <a:t> </a:t>
          </a:r>
          <a:endParaRPr lang="en-US" sz="1600" dirty="0"/>
        </a:p>
      </dgm:t>
    </dgm:pt>
    <dgm:pt modelId="{46AB70F7-E4E7-2F45-AB88-EEB848A474F6}" type="parTrans" cxnId="{60C8204D-E889-064F-9AFD-5C597CDFDB85}">
      <dgm:prSet/>
      <dgm:spPr/>
      <dgm:t>
        <a:bodyPr/>
        <a:lstStyle/>
        <a:p>
          <a:endParaRPr lang="en-US"/>
        </a:p>
      </dgm:t>
    </dgm:pt>
    <dgm:pt modelId="{5E89DA17-3A7D-6248-BFAB-58F70C8B321E}" type="sibTrans" cxnId="{60C8204D-E889-064F-9AFD-5C597CDFDB85}">
      <dgm:prSet/>
      <dgm:spPr/>
      <dgm:t>
        <a:bodyPr/>
        <a:lstStyle/>
        <a:p>
          <a:endParaRPr lang="en-US"/>
        </a:p>
      </dgm:t>
    </dgm:pt>
    <dgm:pt modelId="{D00A77C0-7F1F-F64E-9131-F3EA2D44F6AE}">
      <dgm:prSet phldrT="[Text]" custT="1"/>
      <dgm:spPr/>
      <dgm:t>
        <a:bodyPr/>
        <a:lstStyle/>
        <a:p>
          <a:r>
            <a:rPr lang="en-ID" sz="1800" dirty="0" err="1"/>
            <a:t>Menyatakan</a:t>
          </a:r>
          <a:r>
            <a:rPr lang="en-ID" sz="1800" dirty="0"/>
            <a:t> </a:t>
          </a:r>
          <a:r>
            <a:rPr lang="en-ID" sz="1800" dirty="0" err="1"/>
            <a:t>fakta</a:t>
          </a:r>
          <a:r>
            <a:rPr lang="en-ID" sz="1800" dirty="0"/>
            <a:t> </a:t>
          </a:r>
          <a:r>
            <a:rPr lang="en-ID" sz="1800" dirty="0" err="1"/>
            <a:t>dan</a:t>
          </a:r>
          <a:r>
            <a:rPr lang="en-ID" sz="1800" dirty="0"/>
            <a:t> </a:t>
          </a:r>
          <a:r>
            <a:rPr lang="en-ID" sz="1800" dirty="0" err="1"/>
            <a:t>aturan</a:t>
          </a:r>
          <a:r>
            <a:rPr lang="en-ID" sz="1800" dirty="0"/>
            <a:t> </a:t>
          </a:r>
          <a:endParaRPr lang="en-US" sz="1800" dirty="0"/>
        </a:p>
      </dgm:t>
    </dgm:pt>
    <dgm:pt modelId="{F454F21E-3C5C-204E-913E-3BCDBCE58A75}" type="parTrans" cxnId="{04103B5E-DD1B-4047-B27F-8F5510B0C705}">
      <dgm:prSet/>
      <dgm:spPr/>
      <dgm:t>
        <a:bodyPr/>
        <a:lstStyle/>
        <a:p>
          <a:endParaRPr lang="en-US"/>
        </a:p>
      </dgm:t>
    </dgm:pt>
    <dgm:pt modelId="{871B22BB-0B11-8C47-A56D-49B94B4A922C}" type="sibTrans" cxnId="{04103B5E-DD1B-4047-B27F-8F5510B0C705}">
      <dgm:prSet/>
      <dgm:spPr/>
      <dgm:t>
        <a:bodyPr/>
        <a:lstStyle/>
        <a:p>
          <a:endParaRPr lang="en-US"/>
        </a:p>
      </dgm:t>
    </dgm:pt>
    <dgm:pt modelId="{9EE1DCB2-CFB6-9445-91A8-B3C5755147F2}">
      <dgm:prSet phldrT="[Text]"/>
      <dgm:spPr/>
      <dgm:t>
        <a:bodyPr/>
        <a:lstStyle/>
        <a:p>
          <a:r>
            <a:rPr lang="en-ID" dirty="0"/>
            <a:t>Inference Engine </a:t>
          </a:r>
          <a:endParaRPr lang="en-US" dirty="0"/>
        </a:p>
      </dgm:t>
    </dgm:pt>
    <dgm:pt modelId="{069BC23C-760F-424E-9E70-991D98399DA1}" type="parTrans" cxnId="{CF6EB465-BDAD-194D-AFD6-FDCE2BAEBD35}">
      <dgm:prSet/>
      <dgm:spPr/>
      <dgm:t>
        <a:bodyPr/>
        <a:lstStyle/>
        <a:p>
          <a:endParaRPr lang="en-US"/>
        </a:p>
      </dgm:t>
    </dgm:pt>
    <dgm:pt modelId="{573C54CE-9CC2-6C45-AA60-EB25589DB36F}" type="sibTrans" cxnId="{CF6EB465-BDAD-194D-AFD6-FDCE2BAEBD35}">
      <dgm:prSet/>
      <dgm:spPr/>
      <dgm:t>
        <a:bodyPr/>
        <a:lstStyle/>
        <a:p>
          <a:endParaRPr lang="en-US"/>
        </a:p>
      </dgm:t>
    </dgm:pt>
    <dgm:pt modelId="{FB89CB27-85A8-1C41-B5CD-F16C0D6A5235}">
      <dgm:prSet phldrT="[Text]" custT="1"/>
      <dgm:spPr/>
      <dgm:t>
        <a:bodyPr/>
        <a:lstStyle/>
        <a:p>
          <a:r>
            <a:rPr lang="en-ID" sz="1200" dirty="0" err="1"/>
            <a:t>Mekanisme</a:t>
          </a:r>
          <a:r>
            <a:rPr lang="en-ID" sz="1200" dirty="0"/>
            <a:t> </a:t>
          </a:r>
          <a:r>
            <a:rPr lang="en-ID" sz="1200" dirty="0" err="1"/>
            <a:t>untuk</a:t>
          </a:r>
          <a:r>
            <a:rPr lang="en-ID" sz="1200" dirty="0"/>
            <a:t> </a:t>
          </a:r>
          <a:r>
            <a:rPr lang="en-ID" sz="1200" dirty="0" err="1"/>
            <a:t>memunculkan</a:t>
          </a:r>
          <a:r>
            <a:rPr lang="en-ID" sz="1200" dirty="0"/>
            <a:t> </a:t>
          </a:r>
          <a:r>
            <a:rPr lang="en-ID" sz="1200" dirty="0" err="1"/>
            <a:t>pengetahuan</a:t>
          </a:r>
          <a:r>
            <a:rPr lang="en-ID" sz="1200" dirty="0"/>
            <a:t> </a:t>
          </a:r>
          <a:r>
            <a:rPr lang="en-ID" sz="1200" dirty="0" err="1"/>
            <a:t>baru</a:t>
          </a:r>
          <a:r>
            <a:rPr lang="en-ID" sz="1200" dirty="0"/>
            <a:t> </a:t>
          </a:r>
          <a:r>
            <a:rPr lang="en-ID" sz="1200" dirty="0" err="1"/>
            <a:t>dari</a:t>
          </a:r>
          <a:r>
            <a:rPr lang="en-ID" sz="1200" dirty="0"/>
            <a:t> </a:t>
          </a:r>
          <a:r>
            <a:rPr lang="en-ID" sz="1200" dirty="0" err="1"/>
            <a:t>pengetahuan</a:t>
          </a:r>
          <a:r>
            <a:rPr lang="en-ID" sz="1200" dirty="0"/>
            <a:t> </a:t>
          </a:r>
          <a:r>
            <a:rPr lang="en-ID" sz="1200" dirty="0" err="1"/>
            <a:t>sistem</a:t>
          </a:r>
          <a:r>
            <a:rPr lang="en-ID" sz="1200" dirty="0"/>
            <a:t> </a:t>
          </a:r>
          <a:r>
            <a:rPr lang="en-ID" sz="1200" dirty="0" err="1"/>
            <a:t>dan</a:t>
          </a:r>
          <a:r>
            <a:rPr lang="en-ID" sz="1200" dirty="0"/>
            <a:t> </a:t>
          </a:r>
          <a:r>
            <a:rPr lang="en-ID" sz="1200" dirty="0" err="1"/>
            <a:t>informasi</a:t>
          </a:r>
          <a:r>
            <a:rPr lang="en-ID" sz="1200" dirty="0"/>
            <a:t> yang </a:t>
          </a:r>
          <a:r>
            <a:rPr lang="en-ID" sz="1200" dirty="0" err="1"/>
            <a:t>diberikan</a:t>
          </a:r>
          <a:r>
            <a:rPr lang="en-ID" sz="1200" dirty="0"/>
            <a:t> </a:t>
          </a:r>
          <a:r>
            <a:rPr lang="en-ID" sz="1200" dirty="0" err="1"/>
            <a:t>oleh</a:t>
          </a:r>
          <a:r>
            <a:rPr lang="en-ID" sz="1200" dirty="0"/>
            <a:t> user </a:t>
          </a:r>
          <a:endParaRPr lang="en-US" sz="1200" dirty="0"/>
        </a:p>
      </dgm:t>
    </dgm:pt>
    <dgm:pt modelId="{B5B3F75E-67E9-854A-838D-14991C2C59D8}" type="parTrans" cxnId="{25643A1B-8E31-1E47-BCDE-D97618775189}">
      <dgm:prSet/>
      <dgm:spPr/>
      <dgm:t>
        <a:bodyPr/>
        <a:lstStyle/>
        <a:p>
          <a:endParaRPr lang="en-US"/>
        </a:p>
      </dgm:t>
    </dgm:pt>
    <dgm:pt modelId="{96D1C7B8-2F7C-2C41-9C92-322C49F66DAB}" type="sibTrans" cxnId="{25643A1B-8E31-1E47-BCDE-D97618775189}">
      <dgm:prSet/>
      <dgm:spPr/>
      <dgm:t>
        <a:bodyPr/>
        <a:lstStyle/>
        <a:p>
          <a:endParaRPr lang="en-US"/>
        </a:p>
      </dgm:t>
    </dgm:pt>
    <dgm:pt modelId="{69B19BD0-DE06-D64B-8E0E-718C82251587}">
      <dgm:prSet phldrT="[Text]"/>
      <dgm:spPr/>
      <dgm:t>
        <a:bodyPr/>
        <a:lstStyle/>
        <a:p>
          <a:r>
            <a:rPr lang="en-ID" dirty="0" err="1"/>
            <a:t>Berdasarkan</a:t>
          </a:r>
          <a:r>
            <a:rPr lang="en-ID" dirty="0"/>
            <a:t> </a:t>
          </a:r>
          <a:r>
            <a:rPr lang="en-ID" dirty="0" err="1"/>
            <a:t>penggunaan</a:t>
          </a:r>
          <a:r>
            <a:rPr lang="en-ID" dirty="0"/>
            <a:t> </a:t>
          </a:r>
          <a:r>
            <a:rPr lang="en-ID" dirty="0" err="1"/>
            <a:t>aturan</a:t>
          </a:r>
          <a:r>
            <a:rPr lang="en-ID" dirty="0"/>
            <a:t> </a:t>
          </a:r>
          <a:endParaRPr lang="en-US" dirty="0"/>
        </a:p>
      </dgm:t>
    </dgm:pt>
    <dgm:pt modelId="{C4307D02-4CDE-4C41-8B16-EA2620F7ED13}" type="parTrans" cxnId="{D704E601-8876-FD46-8896-74528CBFE343}">
      <dgm:prSet/>
      <dgm:spPr/>
      <dgm:t>
        <a:bodyPr/>
        <a:lstStyle/>
        <a:p>
          <a:endParaRPr lang="en-US"/>
        </a:p>
      </dgm:t>
    </dgm:pt>
    <dgm:pt modelId="{EB41A48F-8603-934E-AA6B-4A2C78177190}" type="sibTrans" cxnId="{D704E601-8876-FD46-8896-74528CBFE343}">
      <dgm:prSet/>
      <dgm:spPr/>
      <dgm:t>
        <a:bodyPr/>
        <a:lstStyle/>
        <a:p>
          <a:endParaRPr lang="en-US"/>
        </a:p>
      </dgm:t>
    </dgm:pt>
    <dgm:pt modelId="{E4FF84AE-B029-EA40-B337-E9E8EF944A0A}" type="pres">
      <dgm:prSet presAssocID="{CE335E90-E6B0-AA4D-8526-93BAAFB7B7FC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9DB8A1A-056B-7A4F-97C9-0AF5C890CD80}" type="pres">
      <dgm:prSet presAssocID="{E70155D9-D133-3D4F-9808-D79A6341A132}" presName="horFlow" presStyleCnt="0"/>
      <dgm:spPr/>
    </dgm:pt>
    <dgm:pt modelId="{C29A9D67-82F3-D246-8474-01F13B13341B}" type="pres">
      <dgm:prSet presAssocID="{E70155D9-D133-3D4F-9808-D79A6341A132}" presName="bigChev" presStyleLbl="node1" presStyleIdx="0" presStyleCnt="3"/>
      <dgm:spPr/>
      <dgm:t>
        <a:bodyPr/>
        <a:lstStyle/>
        <a:p>
          <a:endParaRPr lang="en-US"/>
        </a:p>
      </dgm:t>
    </dgm:pt>
    <dgm:pt modelId="{844E316E-705E-2847-AE70-8A946B419A46}" type="pres">
      <dgm:prSet presAssocID="{8788B970-AACC-604F-8941-4D42ACC988C8}" presName="parTrans" presStyleCnt="0"/>
      <dgm:spPr/>
    </dgm:pt>
    <dgm:pt modelId="{CA716739-CFB3-814A-89FC-9B84B11799DF}" type="pres">
      <dgm:prSet presAssocID="{F11F0A78-3C01-A841-A1D4-0AC54F15CAC1}" presName="node" presStyleLbl="align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027CF4-B172-7243-ACAC-E2CFF57B51B1}" type="pres">
      <dgm:prSet presAssocID="{86C048E2-D17C-8E4E-8683-039CBDA1DAD7}" presName="sibTrans" presStyleCnt="0"/>
      <dgm:spPr/>
    </dgm:pt>
    <dgm:pt modelId="{49E52E2D-FAD2-DD46-87A1-4B9B4725441F}" type="pres">
      <dgm:prSet presAssocID="{12605A56-5F24-8C4A-A9D4-8BD8D6F284D0}" presName="node" presStyleLbl="align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2ABA0C-256D-0340-88B6-60EA1862B2EC}" type="pres">
      <dgm:prSet presAssocID="{E70155D9-D133-3D4F-9808-D79A6341A132}" presName="vSp" presStyleCnt="0"/>
      <dgm:spPr/>
    </dgm:pt>
    <dgm:pt modelId="{262A3E57-A0AF-7E41-90DE-7C1CCF7F77FB}" type="pres">
      <dgm:prSet presAssocID="{D05CB8F2-C184-6A4B-A48D-158560D7C8A1}" presName="horFlow" presStyleCnt="0"/>
      <dgm:spPr/>
    </dgm:pt>
    <dgm:pt modelId="{B6DE397E-DADA-644F-89D5-C326B2647A4B}" type="pres">
      <dgm:prSet presAssocID="{D05CB8F2-C184-6A4B-A48D-158560D7C8A1}" presName="bigChev" presStyleLbl="node1" presStyleIdx="1" presStyleCnt="3"/>
      <dgm:spPr/>
      <dgm:t>
        <a:bodyPr/>
        <a:lstStyle/>
        <a:p>
          <a:endParaRPr lang="en-US"/>
        </a:p>
      </dgm:t>
    </dgm:pt>
    <dgm:pt modelId="{49C123CD-8590-3B47-92B5-678AD61B7642}" type="pres">
      <dgm:prSet presAssocID="{46AB70F7-E4E7-2F45-AB88-EEB848A474F6}" presName="parTrans" presStyleCnt="0"/>
      <dgm:spPr/>
    </dgm:pt>
    <dgm:pt modelId="{167DE906-07A6-D04C-BC33-0186A591B2A9}" type="pres">
      <dgm:prSet presAssocID="{A7D9C1C0-DEEA-B84C-949B-F41E7D059687}" presName="node" presStyleLbl="align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6244F5-F9C7-A744-83B3-876BC1EBA59B}" type="pres">
      <dgm:prSet presAssocID="{5E89DA17-3A7D-6248-BFAB-58F70C8B321E}" presName="sibTrans" presStyleCnt="0"/>
      <dgm:spPr/>
    </dgm:pt>
    <dgm:pt modelId="{757927BB-AC9E-E348-B2F3-701AAC3D2608}" type="pres">
      <dgm:prSet presAssocID="{D00A77C0-7F1F-F64E-9131-F3EA2D44F6AE}" presName="node" presStyleLbl="align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3DB878-AF7A-9545-A874-3312E20E6E67}" type="pres">
      <dgm:prSet presAssocID="{D05CB8F2-C184-6A4B-A48D-158560D7C8A1}" presName="vSp" presStyleCnt="0"/>
      <dgm:spPr/>
    </dgm:pt>
    <dgm:pt modelId="{1D7961D9-1B33-1546-8615-BEE7CB767328}" type="pres">
      <dgm:prSet presAssocID="{9EE1DCB2-CFB6-9445-91A8-B3C5755147F2}" presName="horFlow" presStyleCnt="0"/>
      <dgm:spPr/>
    </dgm:pt>
    <dgm:pt modelId="{42E90D06-E02D-F349-98BD-9D725802A5CB}" type="pres">
      <dgm:prSet presAssocID="{9EE1DCB2-CFB6-9445-91A8-B3C5755147F2}" presName="bigChev" presStyleLbl="node1" presStyleIdx="2" presStyleCnt="3"/>
      <dgm:spPr/>
      <dgm:t>
        <a:bodyPr/>
        <a:lstStyle/>
        <a:p>
          <a:endParaRPr lang="en-US"/>
        </a:p>
      </dgm:t>
    </dgm:pt>
    <dgm:pt modelId="{256C1DBB-5CE4-864A-9A43-1FF2FAF0F801}" type="pres">
      <dgm:prSet presAssocID="{B5B3F75E-67E9-854A-838D-14991C2C59D8}" presName="parTrans" presStyleCnt="0"/>
      <dgm:spPr/>
    </dgm:pt>
    <dgm:pt modelId="{AED34AB0-73A5-7F46-A567-61799C8B0267}" type="pres">
      <dgm:prSet presAssocID="{FB89CB27-85A8-1C41-B5CD-F16C0D6A5235}" presName="node" presStyleLbl="align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DEC70C-9CAA-124E-BE19-4DF562255E9A}" type="pres">
      <dgm:prSet presAssocID="{96D1C7B8-2F7C-2C41-9C92-322C49F66DAB}" presName="sibTrans" presStyleCnt="0"/>
      <dgm:spPr/>
    </dgm:pt>
    <dgm:pt modelId="{B126135B-326B-C444-BEE7-6F1BE08C5B6F}" type="pres">
      <dgm:prSet presAssocID="{69B19BD0-DE06-D64B-8E0E-718C82251587}" presName="node" presStyleLbl="align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0C8204D-E889-064F-9AFD-5C597CDFDB85}" srcId="{D05CB8F2-C184-6A4B-A48D-158560D7C8A1}" destId="{A7D9C1C0-DEEA-B84C-949B-F41E7D059687}" srcOrd="0" destOrd="0" parTransId="{46AB70F7-E4E7-2F45-AB88-EEB848A474F6}" sibTransId="{5E89DA17-3A7D-6248-BFAB-58F70C8B321E}"/>
    <dgm:cxn modelId="{7AB17622-C08D-E647-9A7E-2032B48E4F09}" srcId="{E70155D9-D133-3D4F-9808-D79A6341A132}" destId="{12605A56-5F24-8C4A-A9D4-8BD8D6F284D0}" srcOrd="1" destOrd="0" parTransId="{A18F058B-1DFA-E94A-AF6E-15885E7B82F2}" sibTransId="{80DEB674-D42F-A842-92A6-D3EBA8DDF75C}"/>
    <dgm:cxn modelId="{5EA0DD54-43B3-9C4A-ABD4-AE54B70EE6E2}" type="presOf" srcId="{A7D9C1C0-DEEA-B84C-949B-F41E7D059687}" destId="{167DE906-07A6-D04C-BC33-0186A591B2A9}" srcOrd="0" destOrd="0" presId="urn:microsoft.com/office/officeart/2005/8/layout/lProcess3"/>
    <dgm:cxn modelId="{A7760A72-8263-BB49-ADFC-E1A8501E782D}" type="presOf" srcId="{12605A56-5F24-8C4A-A9D4-8BD8D6F284D0}" destId="{49E52E2D-FAD2-DD46-87A1-4B9B4725441F}" srcOrd="0" destOrd="0" presId="urn:microsoft.com/office/officeart/2005/8/layout/lProcess3"/>
    <dgm:cxn modelId="{04103B5E-DD1B-4047-B27F-8F5510B0C705}" srcId="{D05CB8F2-C184-6A4B-A48D-158560D7C8A1}" destId="{D00A77C0-7F1F-F64E-9131-F3EA2D44F6AE}" srcOrd="1" destOrd="0" parTransId="{F454F21E-3C5C-204E-913E-3BCDBCE58A75}" sibTransId="{871B22BB-0B11-8C47-A56D-49B94B4A922C}"/>
    <dgm:cxn modelId="{0873E1C1-8D96-114F-8B0B-0B76F3F804BD}" srcId="{CE335E90-E6B0-AA4D-8526-93BAAFB7B7FC}" destId="{E70155D9-D133-3D4F-9808-D79A6341A132}" srcOrd="0" destOrd="0" parTransId="{38A35F32-C902-B146-B606-817FA01DF975}" sibTransId="{58449379-338E-B34B-9B5B-0591D5834947}"/>
    <dgm:cxn modelId="{FE9E6AF9-A74F-CE46-B652-2FB2F4529980}" type="presOf" srcId="{D05CB8F2-C184-6A4B-A48D-158560D7C8A1}" destId="{B6DE397E-DADA-644F-89D5-C326B2647A4B}" srcOrd="0" destOrd="0" presId="urn:microsoft.com/office/officeart/2005/8/layout/lProcess3"/>
    <dgm:cxn modelId="{0418256D-8B61-0C4E-B272-959E3AA0F481}" type="presOf" srcId="{9EE1DCB2-CFB6-9445-91A8-B3C5755147F2}" destId="{42E90D06-E02D-F349-98BD-9D725802A5CB}" srcOrd="0" destOrd="0" presId="urn:microsoft.com/office/officeart/2005/8/layout/lProcess3"/>
    <dgm:cxn modelId="{25643A1B-8E31-1E47-BCDE-D97618775189}" srcId="{9EE1DCB2-CFB6-9445-91A8-B3C5755147F2}" destId="{FB89CB27-85A8-1C41-B5CD-F16C0D6A5235}" srcOrd="0" destOrd="0" parTransId="{B5B3F75E-67E9-854A-838D-14991C2C59D8}" sibTransId="{96D1C7B8-2F7C-2C41-9C92-322C49F66DAB}"/>
    <dgm:cxn modelId="{C7131ED8-6FD8-0443-9C16-9A201DC0C316}" type="presOf" srcId="{FB89CB27-85A8-1C41-B5CD-F16C0D6A5235}" destId="{AED34AB0-73A5-7F46-A567-61799C8B0267}" srcOrd="0" destOrd="0" presId="urn:microsoft.com/office/officeart/2005/8/layout/lProcess3"/>
    <dgm:cxn modelId="{A8141477-9E3E-AB46-93CF-7F36A4ED069B}" type="presOf" srcId="{CE335E90-E6B0-AA4D-8526-93BAAFB7B7FC}" destId="{E4FF84AE-B029-EA40-B337-E9E8EF944A0A}" srcOrd="0" destOrd="0" presId="urn:microsoft.com/office/officeart/2005/8/layout/lProcess3"/>
    <dgm:cxn modelId="{FC935217-18C5-2940-B875-8232282A6388}" srcId="{CE335E90-E6B0-AA4D-8526-93BAAFB7B7FC}" destId="{D05CB8F2-C184-6A4B-A48D-158560D7C8A1}" srcOrd="1" destOrd="0" parTransId="{814DF46E-02C8-2E4A-8122-7230B2272FF0}" sibTransId="{B84BDD45-A336-814B-9FD6-577395547E63}"/>
    <dgm:cxn modelId="{CF6EB465-BDAD-194D-AFD6-FDCE2BAEBD35}" srcId="{CE335E90-E6B0-AA4D-8526-93BAAFB7B7FC}" destId="{9EE1DCB2-CFB6-9445-91A8-B3C5755147F2}" srcOrd="2" destOrd="0" parTransId="{069BC23C-760F-424E-9E70-991D98399DA1}" sibTransId="{573C54CE-9CC2-6C45-AA60-EB25589DB36F}"/>
    <dgm:cxn modelId="{D704E601-8876-FD46-8896-74528CBFE343}" srcId="{9EE1DCB2-CFB6-9445-91A8-B3C5755147F2}" destId="{69B19BD0-DE06-D64B-8E0E-718C82251587}" srcOrd="1" destOrd="0" parTransId="{C4307D02-4CDE-4C41-8B16-EA2620F7ED13}" sibTransId="{EB41A48F-8603-934E-AA6B-4A2C78177190}"/>
    <dgm:cxn modelId="{F4973D02-697F-334C-9B2F-B2603FD6A638}" type="presOf" srcId="{F11F0A78-3C01-A841-A1D4-0AC54F15CAC1}" destId="{CA716739-CFB3-814A-89FC-9B84B11799DF}" srcOrd="0" destOrd="0" presId="urn:microsoft.com/office/officeart/2005/8/layout/lProcess3"/>
    <dgm:cxn modelId="{6E04AAA7-73D1-C14E-A373-0B86AD62DFCC}" type="presOf" srcId="{69B19BD0-DE06-D64B-8E0E-718C82251587}" destId="{B126135B-326B-C444-BEE7-6F1BE08C5B6F}" srcOrd="0" destOrd="0" presId="urn:microsoft.com/office/officeart/2005/8/layout/lProcess3"/>
    <dgm:cxn modelId="{AA742311-8644-1745-8929-308522F559F2}" type="presOf" srcId="{E70155D9-D133-3D4F-9808-D79A6341A132}" destId="{C29A9D67-82F3-D246-8474-01F13B13341B}" srcOrd="0" destOrd="0" presId="urn:microsoft.com/office/officeart/2005/8/layout/lProcess3"/>
    <dgm:cxn modelId="{52E50838-2D6A-344F-A922-DB93C016138D}" srcId="{E70155D9-D133-3D4F-9808-D79A6341A132}" destId="{F11F0A78-3C01-A841-A1D4-0AC54F15CAC1}" srcOrd="0" destOrd="0" parTransId="{8788B970-AACC-604F-8941-4D42ACC988C8}" sibTransId="{86C048E2-D17C-8E4E-8683-039CBDA1DAD7}"/>
    <dgm:cxn modelId="{347D1327-7484-F74B-B065-1B6ECBEF560B}" type="presOf" srcId="{D00A77C0-7F1F-F64E-9131-F3EA2D44F6AE}" destId="{757927BB-AC9E-E348-B2F3-701AAC3D2608}" srcOrd="0" destOrd="0" presId="urn:microsoft.com/office/officeart/2005/8/layout/lProcess3"/>
    <dgm:cxn modelId="{DA38EA14-2698-7F4D-B277-00A254DACF84}" type="presParOf" srcId="{E4FF84AE-B029-EA40-B337-E9E8EF944A0A}" destId="{79DB8A1A-056B-7A4F-97C9-0AF5C890CD80}" srcOrd="0" destOrd="0" presId="urn:microsoft.com/office/officeart/2005/8/layout/lProcess3"/>
    <dgm:cxn modelId="{AA522D77-71B6-5F46-8B5F-F59FCD8A93C0}" type="presParOf" srcId="{79DB8A1A-056B-7A4F-97C9-0AF5C890CD80}" destId="{C29A9D67-82F3-D246-8474-01F13B13341B}" srcOrd="0" destOrd="0" presId="urn:microsoft.com/office/officeart/2005/8/layout/lProcess3"/>
    <dgm:cxn modelId="{346075C8-C94F-3248-9E63-F9680F52D0E6}" type="presParOf" srcId="{79DB8A1A-056B-7A4F-97C9-0AF5C890CD80}" destId="{844E316E-705E-2847-AE70-8A946B419A46}" srcOrd="1" destOrd="0" presId="urn:microsoft.com/office/officeart/2005/8/layout/lProcess3"/>
    <dgm:cxn modelId="{86C5DCC5-67ED-BC47-82DC-29ECF207570E}" type="presParOf" srcId="{79DB8A1A-056B-7A4F-97C9-0AF5C890CD80}" destId="{CA716739-CFB3-814A-89FC-9B84B11799DF}" srcOrd="2" destOrd="0" presId="urn:microsoft.com/office/officeart/2005/8/layout/lProcess3"/>
    <dgm:cxn modelId="{2E6DA4E8-5255-AA49-B81A-C16DFCD65503}" type="presParOf" srcId="{79DB8A1A-056B-7A4F-97C9-0AF5C890CD80}" destId="{C1027CF4-B172-7243-ACAC-E2CFF57B51B1}" srcOrd="3" destOrd="0" presId="urn:microsoft.com/office/officeart/2005/8/layout/lProcess3"/>
    <dgm:cxn modelId="{09E00530-E8DD-3047-AE3C-A2056A38BDBF}" type="presParOf" srcId="{79DB8A1A-056B-7A4F-97C9-0AF5C890CD80}" destId="{49E52E2D-FAD2-DD46-87A1-4B9B4725441F}" srcOrd="4" destOrd="0" presId="urn:microsoft.com/office/officeart/2005/8/layout/lProcess3"/>
    <dgm:cxn modelId="{83DE4ED1-11AC-464D-A5E3-89FCD5FBF35E}" type="presParOf" srcId="{E4FF84AE-B029-EA40-B337-E9E8EF944A0A}" destId="{702ABA0C-256D-0340-88B6-60EA1862B2EC}" srcOrd="1" destOrd="0" presId="urn:microsoft.com/office/officeart/2005/8/layout/lProcess3"/>
    <dgm:cxn modelId="{ACFD1A5D-F5BD-A34D-935D-E2E6871817E8}" type="presParOf" srcId="{E4FF84AE-B029-EA40-B337-E9E8EF944A0A}" destId="{262A3E57-A0AF-7E41-90DE-7C1CCF7F77FB}" srcOrd="2" destOrd="0" presId="urn:microsoft.com/office/officeart/2005/8/layout/lProcess3"/>
    <dgm:cxn modelId="{D7BA5D9A-7491-7D4B-B7D4-1DEBDEE6B7A1}" type="presParOf" srcId="{262A3E57-A0AF-7E41-90DE-7C1CCF7F77FB}" destId="{B6DE397E-DADA-644F-89D5-C326B2647A4B}" srcOrd="0" destOrd="0" presId="urn:microsoft.com/office/officeart/2005/8/layout/lProcess3"/>
    <dgm:cxn modelId="{72030EB6-CEE6-CD41-AA54-13C2A75B0219}" type="presParOf" srcId="{262A3E57-A0AF-7E41-90DE-7C1CCF7F77FB}" destId="{49C123CD-8590-3B47-92B5-678AD61B7642}" srcOrd="1" destOrd="0" presId="urn:microsoft.com/office/officeart/2005/8/layout/lProcess3"/>
    <dgm:cxn modelId="{097D14A7-C47D-C247-A75D-8F52DCB91014}" type="presParOf" srcId="{262A3E57-A0AF-7E41-90DE-7C1CCF7F77FB}" destId="{167DE906-07A6-D04C-BC33-0186A591B2A9}" srcOrd="2" destOrd="0" presId="urn:microsoft.com/office/officeart/2005/8/layout/lProcess3"/>
    <dgm:cxn modelId="{8BB25554-FE87-5C43-9C2F-32D0254D6636}" type="presParOf" srcId="{262A3E57-A0AF-7E41-90DE-7C1CCF7F77FB}" destId="{BE6244F5-F9C7-A744-83B3-876BC1EBA59B}" srcOrd="3" destOrd="0" presId="urn:microsoft.com/office/officeart/2005/8/layout/lProcess3"/>
    <dgm:cxn modelId="{28E3FF7C-0F4B-394C-9C13-8EDFE2B882D4}" type="presParOf" srcId="{262A3E57-A0AF-7E41-90DE-7C1CCF7F77FB}" destId="{757927BB-AC9E-E348-B2F3-701AAC3D2608}" srcOrd="4" destOrd="0" presId="urn:microsoft.com/office/officeart/2005/8/layout/lProcess3"/>
    <dgm:cxn modelId="{03CF69F7-7912-EB42-828E-5CFC2ABFE8BA}" type="presParOf" srcId="{E4FF84AE-B029-EA40-B337-E9E8EF944A0A}" destId="{623DB878-AF7A-9545-A874-3312E20E6E67}" srcOrd="3" destOrd="0" presId="urn:microsoft.com/office/officeart/2005/8/layout/lProcess3"/>
    <dgm:cxn modelId="{01E1473F-37BE-9549-8A0B-5FE76DE7A0B6}" type="presParOf" srcId="{E4FF84AE-B029-EA40-B337-E9E8EF944A0A}" destId="{1D7961D9-1B33-1546-8615-BEE7CB767328}" srcOrd="4" destOrd="0" presId="urn:microsoft.com/office/officeart/2005/8/layout/lProcess3"/>
    <dgm:cxn modelId="{864D1FA6-9EF0-334D-A956-A7863BC5058B}" type="presParOf" srcId="{1D7961D9-1B33-1546-8615-BEE7CB767328}" destId="{42E90D06-E02D-F349-98BD-9D725802A5CB}" srcOrd="0" destOrd="0" presId="urn:microsoft.com/office/officeart/2005/8/layout/lProcess3"/>
    <dgm:cxn modelId="{D7231072-4EB2-8745-8B03-26B86034D803}" type="presParOf" srcId="{1D7961D9-1B33-1546-8615-BEE7CB767328}" destId="{256C1DBB-5CE4-864A-9A43-1FF2FAF0F801}" srcOrd="1" destOrd="0" presId="urn:microsoft.com/office/officeart/2005/8/layout/lProcess3"/>
    <dgm:cxn modelId="{81B670BE-A91B-6B49-A690-5154755DE425}" type="presParOf" srcId="{1D7961D9-1B33-1546-8615-BEE7CB767328}" destId="{AED34AB0-73A5-7F46-A567-61799C8B0267}" srcOrd="2" destOrd="0" presId="urn:microsoft.com/office/officeart/2005/8/layout/lProcess3"/>
    <dgm:cxn modelId="{9C1938E5-CB26-4C48-B334-1E4106782E8A}" type="presParOf" srcId="{1D7961D9-1B33-1546-8615-BEE7CB767328}" destId="{6ADEC70C-9CAA-124E-BE19-4DF562255E9A}" srcOrd="3" destOrd="0" presId="urn:microsoft.com/office/officeart/2005/8/layout/lProcess3"/>
    <dgm:cxn modelId="{D5BB8639-6A61-F449-BF1A-2B9B5068A20A}" type="presParOf" srcId="{1D7961D9-1B33-1546-8615-BEE7CB767328}" destId="{B126135B-326B-C444-BEE7-6F1BE08C5B6F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8FC4BE-654E-C24D-BC9C-05B76BA9161B}" type="doc">
      <dgm:prSet loTypeId="urn:microsoft.com/office/officeart/2008/layout/VerticalCurvedList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7C94303-D59D-094E-A4F0-33BD2814C49A}">
      <dgm:prSet phldrT="[Text]"/>
      <dgm:spPr/>
      <dgm:t>
        <a:bodyPr/>
        <a:lstStyle/>
        <a:p>
          <a:r>
            <a:rPr lang="en-ID" dirty="0"/>
            <a:t>Input expert system</a:t>
          </a:r>
          <a:br>
            <a:rPr lang="en-ID" dirty="0"/>
          </a:br>
          <a:r>
            <a:rPr lang="en-ID" dirty="0"/>
            <a:t>Input </a:t>
          </a:r>
          <a:r>
            <a:rPr lang="en-ID" dirty="0" err="1"/>
            <a:t>dapat</a:t>
          </a:r>
          <a:r>
            <a:rPr lang="en-ID" dirty="0"/>
            <a:t> </a:t>
          </a:r>
          <a:r>
            <a:rPr lang="en-ID" dirty="0" err="1"/>
            <a:t>berbentuk</a:t>
          </a:r>
          <a:r>
            <a:rPr lang="en-ID" dirty="0"/>
            <a:t> menu, </a:t>
          </a:r>
          <a:r>
            <a:rPr lang="en-ID" dirty="0" err="1"/>
            <a:t>perintah</a:t>
          </a:r>
          <a:r>
            <a:rPr lang="en-ID" dirty="0"/>
            <a:t> (command), </a:t>
          </a:r>
          <a:r>
            <a:rPr lang="en-ID" dirty="0" err="1"/>
            <a:t>bahasa</a:t>
          </a:r>
          <a:r>
            <a:rPr lang="en-ID" dirty="0"/>
            <a:t> </a:t>
          </a:r>
          <a:r>
            <a:rPr lang="en-ID" dirty="0" err="1"/>
            <a:t>alamiah</a:t>
          </a:r>
          <a:r>
            <a:rPr lang="en-ID" dirty="0"/>
            <a:t>, dialog box </a:t>
          </a:r>
        </a:p>
      </dgm:t>
    </dgm:pt>
    <dgm:pt modelId="{65993C7A-F89C-1741-AB4E-F4E2FF3CFF2F}" type="parTrans" cxnId="{D1F63AD9-555E-374D-91D5-FB56E4F30069}">
      <dgm:prSet/>
      <dgm:spPr/>
      <dgm:t>
        <a:bodyPr/>
        <a:lstStyle/>
        <a:p>
          <a:endParaRPr lang="en-US"/>
        </a:p>
      </dgm:t>
    </dgm:pt>
    <dgm:pt modelId="{908796B4-AA65-7343-9931-A23CA3D237AB}" type="sibTrans" cxnId="{D1F63AD9-555E-374D-91D5-FB56E4F30069}">
      <dgm:prSet/>
      <dgm:spPr/>
      <dgm:t>
        <a:bodyPr/>
        <a:lstStyle/>
        <a:p>
          <a:endParaRPr lang="en-US"/>
        </a:p>
      </dgm:t>
    </dgm:pt>
    <dgm:pt modelId="{80B9BBC6-9BFA-424B-A471-434312AF8C94}">
      <dgm:prSet phldrT="[Text]"/>
      <dgm:spPr/>
      <dgm:t>
        <a:bodyPr/>
        <a:lstStyle/>
        <a:p>
          <a:r>
            <a:rPr lang="en-ID" dirty="0"/>
            <a:t>Output expert system</a:t>
          </a:r>
          <a:br>
            <a:rPr lang="en-ID" dirty="0"/>
          </a:br>
          <a:r>
            <a:rPr lang="en-ID" dirty="0"/>
            <a:t></a:t>
          </a:r>
          <a:r>
            <a:rPr lang="en-ID" dirty="0" err="1"/>
            <a:t>Penjelasan</a:t>
          </a:r>
          <a:r>
            <a:rPr lang="en-ID" dirty="0"/>
            <a:t> </a:t>
          </a:r>
          <a:r>
            <a:rPr lang="en-ID" dirty="0" err="1"/>
            <a:t>dari</a:t>
          </a:r>
          <a:r>
            <a:rPr lang="en-ID" dirty="0"/>
            <a:t> </a:t>
          </a:r>
          <a:r>
            <a:rPr lang="en-ID" dirty="0" err="1"/>
            <a:t>pertanyaan</a:t>
          </a:r>
          <a:r>
            <a:rPr lang="en-ID" dirty="0"/>
            <a:t> </a:t>
          </a:r>
          <a:r>
            <a:rPr lang="en-ID" dirty="0" err="1"/>
            <a:t>Penjelasan</a:t>
          </a:r>
          <a:r>
            <a:rPr lang="en-ID" dirty="0"/>
            <a:t> </a:t>
          </a:r>
          <a:r>
            <a:rPr lang="en-ID" dirty="0" err="1"/>
            <a:t>dari</a:t>
          </a:r>
          <a:r>
            <a:rPr lang="en-ID" dirty="0"/>
            <a:t> </a:t>
          </a:r>
          <a:r>
            <a:rPr lang="en-ID" dirty="0" err="1"/>
            <a:t>penyelesaian</a:t>
          </a:r>
          <a:r>
            <a:rPr lang="en-ID" dirty="0"/>
            <a:t> </a:t>
          </a:r>
          <a:r>
            <a:rPr lang="en-ID" dirty="0" err="1"/>
            <a:t>masalah</a:t>
          </a:r>
          <a:r>
            <a:rPr lang="en-ID" dirty="0"/>
            <a:t> </a:t>
          </a:r>
          <a:endParaRPr lang="en-US" dirty="0"/>
        </a:p>
      </dgm:t>
    </dgm:pt>
    <dgm:pt modelId="{2B8F2B6F-2118-E94B-8949-183DAB0CD126}" type="parTrans" cxnId="{DE20AC28-5699-4644-9633-01ECB77503BB}">
      <dgm:prSet/>
      <dgm:spPr/>
      <dgm:t>
        <a:bodyPr/>
        <a:lstStyle/>
        <a:p>
          <a:endParaRPr lang="en-US"/>
        </a:p>
      </dgm:t>
    </dgm:pt>
    <dgm:pt modelId="{B81278D2-D0D8-3243-A221-78926632CAC8}" type="sibTrans" cxnId="{DE20AC28-5699-4644-9633-01ECB77503BB}">
      <dgm:prSet/>
      <dgm:spPr/>
      <dgm:t>
        <a:bodyPr/>
        <a:lstStyle/>
        <a:p>
          <a:endParaRPr lang="en-US"/>
        </a:p>
      </dgm:t>
    </dgm:pt>
    <dgm:pt modelId="{8C0BF2A0-EB5C-214E-BF9D-EA3CC3C4C497}" type="pres">
      <dgm:prSet presAssocID="{AD8FC4BE-654E-C24D-BC9C-05B76BA9161B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E010A8ED-5AF2-B74F-BB03-D3302BDE1995}" type="pres">
      <dgm:prSet presAssocID="{AD8FC4BE-654E-C24D-BC9C-05B76BA9161B}" presName="Name1" presStyleCnt="0"/>
      <dgm:spPr/>
    </dgm:pt>
    <dgm:pt modelId="{055E3ADA-568F-B940-B801-A14FF4CFA0A8}" type="pres">
      <dgm:prSet presAssocID="{AD8FC4BE-654E-C24D-BC9C-05B76BA9161B}" presName="cycle" presStyleCnt="0"/>
      <dgm:spPr/>
    </dgm:pt>
    <dgm:pt modelId="{596A92DD-A031-9445-8B4B-16B47436410F}" type="pres">
      <dgm:prSet presAssocID="{AD8FC4BE-654E-C24D-BC9C-05B76BA9161B}" presName="srcNode" presStyleLbl="node1" presStyleIdx="0" presStyleCnt="2"/>
      <dgm:spPr/>
    </dgm:pt>
    <dgm:pt modelId="{E00FBB84-E583-B94F-B3C7-E4C51358AC9B}" type="pres">
      <dgm:prSet presAssocID="{AD8FC4BE-654E-C24D-BC9C-05B76BA9161B}" presName="conn" presStyleLbl="parChTrans1D2" presStyleIdx="0" presStyleCnt="1"/>
      <dgm:spPr/>
      <dgm:t>
        <a:bodyPr/>
        <a:lstStyle/>
        <a:p>
          <a:endParaRPr lang="en-US"/>
        </a:p>
      </dgm:t>
    </dgm:pt>
    <dgm:pt modelId="{329E1CD6-B4BF-1A4A-A584-CB046BF03A3D}" type="pres">
      <dgm:prSet presAssocID="{AD8FC4BE-654E-C24D-BC9C-05B76BA9161B}" presName="extraNode" presStyleLbl="node1" presStyleIdx="0" presStyleCnt="2"/>
      <dgm:spPr/>
    </dgm:pt>
    <dgm:pt modelId="{7A162536-F864-0949-9444-EDE82475CBED}" type="pres">
      <dgm:prSet presAssocID="{AD8FC4BE-654E-C24D-BC9C-05B76BA9161B}" presName="dstNode" presStyleLbl="node1" presStyleIdx="0" presStyleCnt="2"/>
      <dgm:spPr/>
    </dgm:pt>
    <dgm:pt modelId="{2D2A377F-9400-9545-8D5B-817BE71AC69E}" type="pres">
      <dgm:prSet presAssocID="{07C94303-D59D-094E-A4F0-33BD2814C49A}" presName="text_1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8EAA1C-4FB5-BA44-873D-A54A73DFD306}" type="pres">
      <dgm:prSet presAssocID="{07C94303-D59D-094E-A4F0-33BD2814C49A}" presName="accent_1" presStyleCnt="0"/>
      <dgm:spPr/>
    </dgm:pt>
    <dgm:pt modelId="{63362DA1-7924-254C-BD2D-541DD96FB44A}" type="pres">
      <dgm:prSet presAssocID="{07C94303-D59D-094E-A4F0-33BD2814C49A}" presName="accentRepeatNode" presStyleLbl="solidFgAcc1" presStyleIdx="0" presStyleCnt="2"/>
      <dgm:spPr/>
    </dgm:pt>
    <dgm:pt modelId="{1E14DFE9-5710-7649-9DF8-1331215416A8}" type="pres">
      <dgm:prSet presAssocID="{80B9BBC6-9BFA-424B-A471-434312AF8C94}" presName="text_2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769EF0-1D3F-5E4D-9EF7-C45AF9946DA2}" type="pres">
      <dgm:prSet presAssocID="{80B9BBC6-9BFA-424B-A471-434312AF8C94}" presName="accent_2" presStyleCnt="0"/>
      <dgm:spPr/>
    </dgm:pt>
    <dgm:pt modelId="{C2B81906-331A-A740-B6C6-975BFF27DE79}" type="pres">
      <dgm:prSet presAssocID="{80B9BBC6-9BFA-424B-A471-434312AF8C94}" presName="accentRepeatNode" presStyleLbl="solidFgAcc1" presStyleIdx="1" presStyleCnt="2"/>
      <dgm:spPr/>
    </dgm:pt>
  </dgm:ptLst>
  <dgm:cxnLst>
    <dgm:cxn modelId="{6AE2240A-82A8-2947-BA06-99FEE21ED391}" type="presOf" srcId="{908796B4-AA65-7343-9931-A23CA3D237AB}" destId="{E00FBB84-E583-B94F-B3C7-E4C51358AC9B}" srcOrd="0" destOrd="0" presId="urn:microsoft.com/office/officeart/2008/layout/VerticalCurvedList"/>
    <dgm:cxn modelId="{FF2BFF0A-CA3E-E348-861B-797D66A0804E}" type="presOf" srcId="{07C94303-D59D-094E-A4F0-33BD2814C49A}" destId="{2D2A377F-9400-9545-8D5B-817BE71AC69E}" srcOrd="0" destOrd="0" presId="urn:microsoft.com/office/officeart/2008/layout/VerticalCurvedList"/>
    <dgm:cxn modelId="{82131AC6-F2E6-AD42-BCD4-94C892E573B1}" type="presOf" srcId="{AD8FC4BE-654E-C24D-BC9C-05B76BA9161B}" destId="{8C0BF2A0-EB5C-214E-BF9D-EA3CC3C4C497}" srcOrd="0" destOrd="0" presId="urn:microsoft.com/office/officeart/2008/layout/VerticalCurvedList"/>
    <dgm:cxn modelId="{DE20AC28-5699-4644-9633-01ECB77503BB}" srcId="{AD8FC4BE-654E-C24D-BC9C-05B76BA9161B}" destId="{80B9BBC6-9BFA-424B-A471-434312AF8C94}" srcOrd="1" destOrd="0" parTransId="{2B8F2B6F-2118-E94B-8949-183DAB0CD126}" sibTransId="{B81278D2-D0D8-3243-A221-78926632CAC8}"/>
    <dgm:cxn modelId="{D1F63AD9-555E-374D-91D5-FB56E4F30069}" srcId="{AD8FC4BE-654E-C24D-BC9C-05B76BA9161B}" destId="{07C94303-D59D-094E-A4F0-33BD2814C49A}" srcOrd="0" destOrd="0" parTransId="{65993C7A-F89C-1741-AB4E-F4E2FF3CFF2F}" sibTransId="{908796B4-AA65-7343-9931-A23CA3D237AB}"/>
    <dgm:cxn modelId="{F5A308A6-2ED5-C043-84EA-96B790C44452}" type="presOf" srcId="{80B9BBC6-9BFA-424B-A471-434312AF8C94}" destId="{1E14DFE9-5710-7649-9DF8-1331215416A8}" srcOrd="0" destOrd="0" presId="urn:microsoft.com/office/officeart/2008/layout/VerticalCurvedList"/>
    <dgm:cxn modelId="{956DDCC0-FC46-1B43-915E-4547AA2A23C2}" type="presParOf" srcId="{8C0BF2A0-EB5C-214E-BF9D-EA3CC3C4C497}" destId="{E010A8ED-5AF2-B74F-BB03-D3302BDE1995}" srcOrd="0" destOrd="0" presId="urn:microsoft.com/office/officeart/2008/layout/VerticalCurvedList"/>
    <dgm:cxn modelId="{6CE2A175-9792-5E4C-9399-0828848BE2B1}" type="presParOf" srcId="{E010A8ED-5AF2-B74F-BB03-D3302BDE1995}" destId="{055E3ADA-568F-B940-B801-A14FF4CFA0A8}" srcOrd="0" destOrd="0" presId="urn:microsoft.com/office/officeart/2008/layout/VerticalCurvedList"/>
    <dgm:cxn modelId="{3A266130-A2CF-644C-A064-7423289BA9D0}" type="presParOf" srcId="{055E3ADA-568F-B940-B801-A14FF4CFA0A8}" destId="{596A92DD-A031-9445-8B4B-16B47436410F}" srcOrd="0" destOrd="0" presId="urn:microsoft.com/office/officeart/2008/layout/VerticalCurvedList"/>
    <dgm:cxn modelId="{D3F825CD-E588-2C4C-B6DE-64C0F4E94F15}" type="presParOf" srcId="{055E3ADA-568F-B940-B801-A14FF4CFA0A8}" destId="{E00FBB84-E583-B94F-B3C7-E4C51358AC9B}" srcOrd="1" destOrd="0" presId="urn:microsoft.com/office/officeart/2008/layout/VerticalCurvedList"/>
    <dgm:cxn modelId="{2D527243-552E-DA4B-8236-13909271768C}" type="presParOf" srcId="{055E3ADA-568F-B940-B801-A14FF4CFA0A8}" destId="{329E1CD6-B4BF-1A4A-A584-CB046BF03A3D}" srcOrd="2" destOrd="0" presId="urn:microsoft.com/office/officeart/2008/layout/VerticalCurvedList"/>
    <dgm:cxn modelId="{93914D31-E107-BB4A-8089-7F08DE8C5DD3}" type="presParOf" srcId="{055E3ADA-568F-B940-B801-A14FF4CFA0A8}" destId="{7A162536-F864-0949-9444-EDE82475CBED}" srcOrd="3" destOrd="0" presId="urn:microsoft.com/office/officeart/2008/layout/VerticalCurvedList"/>
    <dgm:cxn modelId="{46A05E2F-1203-8349-A403-2F0BCCA5263D}" type="presParOf" srcId="{E010A8ED-5AF2-B74F-BB03-D3302BDE1995}" destId="{2D2A377F-9400-9545-8D5B-817BE71AC69E}" srcOrd="1" destOrd="0" presId="urn:microsoft.com/office/officeart/2008/layout/VerticalCurvedList"/>
    <dgm:cxn modelId="{8098E2E9-9BF3-C648-9863-CD75F7AA3E97}" type="presParOf" srcId="{E010A8ED-5AF2-B74F-BB03-D3302BDE1995}" destId="{318EAA1C-4FB5-BA44-873D-A54A73DFD306}" srcOrd="2" destOrd="0" presId="urn:microsoft.com/office/officeart/2008/layout/VerticalCurvedList"/>
    <dgm:cxn modelId="{5DC63334-C82E-B940-AED5-D4A54A2CF45D}" type="presParOf" srcId="{318EAA1C-4FB5-BA44-873D-A54A73DFD306}" destId="{63362DA1-7924-254C-BD2D-541DD96FB44A}" srcOrd="0" destOrd="0" presId="urn:microsoft.com/office/officeart/2008/layout/VerticalCurvedList"/>
    <dgm:cxn modelId="{855D897C-F1F2-404A-BF62-7B7CF2F1B5A1}" type="presParOf" srcId="{E010A8ED-5AF2-B74F-BB03-D3302BDE1995}" destId="{1E14DFE9-5710-7649-9DF8-1331215416A8}" srcOrd="3" destOrd="0" presId="urn:microsoft.com/office/officeart/2008/layout/VerticalCurvedList"/>
    <dgm:cxn modelId="{C6F1713A-163E-9243-ABFE-547BCBB5F81D}" type="presParOf" srcId="{E010A8ED-5AF2-B74F-BB03-D3302BDE1995}" destId="{64769EF0-1D3F-5E4D-9EF7-C45AF9946DA2}" srcOrd="4" destOrd="0" presId="urn:microsoft.com/office/officeart/2008/layout/VerticalCurvedList"/>
    <dgm:cxn modelId="{D5D991E2-80E9-5643-8B8B-534E01809B3A}" type="presParOf" srcId="{64769EF0-1D3F-5E4D-9EF7-C45AF9946DA2}" destId="{C2B81906-331A-A740-B6C6-975BFF27DE7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91E342-2B04-8F45-B18C-A485A8C1FDC7}" type="doc">
      <dgm:prSet loTypeId="urn:microsoft.com/office/officeart/2008/layout/VerticalCurvedList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174B89C-A6B1-A648-A8FA-2A4CA51C9BFC}">
      <dgm:prSet phldrT="[Text]"/>
      <dgm:spPr/>
      <dgm:t>
        <a:bodyPr/>
        <a:lstStyle/>
        <a:p>
          <a:r>
            <a:rPr lang="en-ID" dirty="0"/>
            <a:t>Program </a:t>
          </a:r>
          <a:r>
            <a:rPr lang="en-ID" dirty="0" err="1"/>
            <a:t>konvensional</a:t>
          </a:r>
          <a:r>
            <a:rPr lang="en-ID" dirty="0"/>
            <a:t> </a:t>
          </a:r>
          <a:r>
            <a:rPr lang="en-ID" dirty="0" err="1"/>
            <a:t>lebih</a:t>
          </a:r>
          <a:r>
            <a:rPr lang="en-ID" dirty="0"/>
            <a:t> </a:t>
          </a:r>
          <a:r>
            <a:rPr lang="en-ID" dirty="0" err="1"/>
            <a:t>efisien</a:t>
          </a:r>
          <a:endParaRPr lang="en-US" dirty="0"/>
        </a:p>
      </dgm:t>
    </dgm:pt>
    <dgm:pt modelId="{FA9857E3-F5DC-0345-AE7D-B93EFA4E17C3}" type="parTrans" cxnId="{C761A790-C4BC-0040-A8F4-5F0064F984F3}">
      <dgm:prSet/>
      <dgm:spPr/>
      <dgm:t>
        <a:bodyPr/>
        <a:lstStyle/>
        <a:p>
          <a:endParaRPr lang="en-US"/>
        </a:p>
      </dgm:t>
    </dgm:pt>
    <dgm:pt modelId="{7C82E9AC-3A32-8B4E-BC2C-429AEE447832}" type="sibTrans" cxnId="{C761A790-C4BC-0040-A8F4-5F0064F984F3}">
      <dgm:prSet/>
      <dgm:spPr/>
      <dgm:t>
        <a:bodyPr/>
        <a:lstStyle/>
        <a:p>
          <a:endParaRPr lang="en-US"/>
        </a:p>
      </dgm:t>
    </dgm:pt>
    <dgm:pt modelId="{FA7DCDEA-96DB-7A4A-A74D-243AB9263082}">
      <dgm:prSet phldrT="[Text]"/>
      <dgm:spPr/>
      <dgm:t>
        <a:bodyPr/>
        <a:lstStyle/>
        <a:p>
          <a:r>
            <a:rPr lang="en-ID" dirty="0" err="1"/>
            <a:t>Tantangan</a:t>
          </a:r>
          <a:r>
            <a:rPr lang="en-ID" dirty="0"/>
            <a:t> </a:t>
          </a:r>
          <a:r>
            <a:rPr lang="en-ID" dirty="0" err="1"/>
            <a:t>utamanya</a:t>
          </a:r>
          <a:r>
            <a:rPr lang="en-ID" dirty="0"/>
            <a:t> </a:t>
          </a:r>
          <a:r>
            <a:rPr lang="en-ID" dirty="0" err="1"/>
            <a:t>komputasi</a:t>
          </a:r>
          <a:r>
            <a:rPr lang="en-ID" dirty="0"/>
            <a:t>, </a:t>
          </a:r>
          <a:r>
            <a:rPr lang="en-ID" dirty="0" err="1"/>
            <a:t>bukan</a:t>
          </a:r>
          <a:r>
            <a:rPr lang="en-ID" dirty="0"/>
            <a:t> </a:t>
          </a:r>
          <a:r>
            <a:rPr lang="en-ID" dirty="0" err="1"/>
            <a:t>pengetahuan</a:t>
          </a:r>
          <a:r>
            <a:rPr lang="en-ID" dirty="0"/>
            <a:t> </a:t>
          </a:r>
          <a:r>
            <a:rPr lang="en-ID" dirty="0" err="1"/>
            <a:t>Pengetahuan</a:t>
          </a:r>
          <a:r>
            <a:rPr lang="en-ID" dirty="0"/>
            <a:t> </a:t>
          </a:r>
          <a:r>
            <a:rPr lang="en-ID" dirty="0" err="1"/>
            <a:t>tidak</a:t>
          </a:r>
          <a:r>
            <a:rPr lang="en-ID" dirty="0"/>
            <a:t> </a:t>
          </a:r>
          <a:r>
            <a:rPr lang="en-ID" dirty="0" err="1"/>
            <a:t>bisa</a:t>
          </a:r>
          <a:r>
            <a:rPr lang="en-ID" dirty="0"/>
            <a:t> </a:t>
          </a:r>
          <a:r>
            <a:rPr lang="en-ID" dirty="0" err="1"/>
            <a:t>didapatkan</a:t>
          </a:r>
          <a:r>
            <a:rPr lang="en-ID" dirty="0"/>
            <a:t> </a:t>
          </a:r>
          <a:r>
            <a:rPr lang="en-ID" dirty="0" err="1"/>
            <a:t>dengan</a:t>
          </a:r>
          <a:r>
            <a:rPr lang="en-ID" dirty="0"/>
            <a:t> </a:t>
          </a:r>
          <a:r>
            <a:rPr lang="en-ID" dirty="0" err="1"/>
            <a:t>mudah</a:t>
          </a:r>
          <a:r>
            <a:rPr lang="en-ID" dirty="0"/>
            <a:t> </a:t>
          </a:r>
          <a:endParaRPr lang="en-US" dirty="0"/>
        </a:p>
      </dgm:t>
    </dgm:pt>
    <dgm:pt modelId="{BEF033E3-A200-FD4C-A937-E27C90E47716}" type="parTrans" cxnId="{7718577D-A755-C047-A687-9E6DC8DFB583}">
      <dgm:prSet/>
      <dgm:spPr/>
      <dgm:t>
        <a:bodyPr/>
        <a:lstStyle/>
        <a:p>
          <a:endParaRPr lang="en-US"/>
        </a:p>
      </dgm:t>
    </dgm:pt>
    <dgm:pt modelId="{7B951A2C-600F-084D-B6B0-26726BD49F75}" type="sibTrans" cxnId="{7718577D-A755-C047-A687-9E6DC8DFB583}">
      <dgm:prSet/>
      <dgm:spPr/>
      <dgm:t>
        <a:bodyPr/>
        <a:lstStyle/>
        <a:p>
          <a:endParaRPr lang="en-US"/>
        </a:p>
      </dgm:t>
    </dgm:pt>
    <dgm:pt modelId="{A76173AE-51DC-1549-B153-EB48872A5BCB}">
      <dgm:prSet phldrT="[Text]"/>
      <dgm:spPr/>
      <dgm:t>
        <a:bodyPr/>
        <a:lstStyle/>
        <a:p>
          <a:r>
            <a:rPr lang="en-ID" dirty="0" err="1"/>
            <a:t>Pengguna</a:t>
          </a:r>
          <a:r>
            <a:rPr lang="en-ID" dirty="0"/>
            <a:t> </a:t>
          </a:r>
          <a:r>
            <a:rPr lang="en-ID" dirty="0" err="1"/>
            <a:t>mungkin</a:t>
          </a:r>
          <a:r>
            <a:rPr lang="en-ID" dirty="0"/>
            <a:t> </a:t>
          </a:r>
          <a:r>
            <a:rPr lang="en-ID" dirty="0" err="1"/>
            <a:t>enggan</a:t>
          </a:r>
          <a:r>
            <a:rPr lang="en-ID" dirty="0"/>
            <a:t> </a:t>
          </a:r>
          <a:r>
            <a:rPr lang="en-ID" dirty="0" err="1"/>
            <a:t>mengaplikasikan</a:t>
          </a:r>
          <a:r>
            <a:rPr lang="en-ID" dirty="0"/>
            <a:t> </a:t>
          </a:r>
          <a:r>
            <a:rPr lang="en-ID" dirty="0" err="1"/>
            <a:t>sistem</a:t>
          </a:r>
          <a:r>
            <a:rPr lang="en-ID" dirty="0"/>
            <a:t> </a:t>
          </a:r>
          <a:r>
            <a:rPr lang="en-ID" dirty="0" err="1"/>
            <a:t>pakar</a:t>
          </a:r>
          <a:r>
            <a:rPr lang="en-ID" dirty="0"/>
            <a:t> </a:t>
          </a:r>
          <a:r>
            <a:rPr lang="en-ID" dirty="0" err="1"/>
            <a:t>untuk</a:t>
          </a:r>
          <a:r>
            <a:rPr lang="en-ID" dirty="0"/>
            <a:t> task yang </a:t>
          </a:r>
          <a:r>
            <a:rPr lang="en-ID" dirty="0" err="1"/>
            <a:t>kritis</a:t>
          </a:r>
          <a:r>
            <a:rPr lang="en-ID" dirty="0"/>
            <a:t> </a:t>
          </a:r>
          <a:endParaRPr lang="en-US" dirty="0"/>
        </a:p>
      </dgm:t>
    </dgm:pt>
    <dgm:pt modelId="{2862257E-2132-8647-B88C-E17BA65BDE10}" type="parTrans" cxnId="{7DC648A4-97EA-C740-9148-AB190DCCFDF8}">
      <dgm:prSet/>
      <dgm:spPr/>
      <dgm:t>
        <a:bodyPr/>
        <a:lstStyle/>
        <a:p>
          <a:endParaRPr lang="en-US"/>
        </a:p>
      </dgm:t>
    </dgm:pt>
    <dgm:pt modelId="{CA46AD8E-0E1B-B14C-9460-E49FF2883748}" type="sibTrans" cxnId="{7DC648A4-97EA-C740-9148-AB190DCCFDF8}">
      <dgm:prSet/>
      <dgm:spPr/>
      <dgm:t>
        <a:bodyPr/>
        <a:lstStyle/>
        <a:p>
          <a:endParaRPr lang="en-US"/>
        </a:p>
      </dgm:t>
    </dgm:pt>
    <dgm:pt modelId="{50DA98C8-810D-FF4D-A42E-5675C39640B3}" type="pres">
      <dgm:prSet presAssocID="{2A91E342-2B04-8F45-B18C-A485A8C1FDC7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693BAD19-04B9-9F4B-9A08-F14D60B6632C}" type="pres">
      <dgm:prSet presAssocID="{2A91E342-2B04-8F45-B18C-A485A8C1FDC7}" presName="Name1" presStyleCnt="0"/>
      <dgm:spPr/>
    </dgm:pt>
    <dgm:pt modelId="{E402F8AE-07B9-7B4E-ACC6-96661E5A8710}" type="pres">
      <dgm:prSet presAssocID="{2A91E342-2B04-8F45-B18C-A485A8C1FDC7}" presName="cycle" presStyleCnt="0"/>
      <dgm:spPr/>
    </dgm:pt>
    <dgm:pt modelId="{71B20C01-3110-4844-A2A3-FF429FECAF7F}" type="pres">
      <dgm:prSet presAssocID="{2A91E342-2B04-8F45-B18C-A485A8C1FDC7}" presName="srcNode" presStyleLbl="node1" presStyleIdx="0" presStyleCnt="3"/>
      <dgm:spPr/>
    </dgm:pt>
    <dgm:pt modelId="{FE59DC8A-D621-DB44-B438-0BCE8C215329}" type="pres">
      <dgm:prSet presAssocID="{2A91E342-2B04-8F45-B18C-A485A8C1FDC7}" presName="conn" presStyleLbl="parChTrans1D2" presStyleIdx="0" presStyleCnt="1"/>
      <dgm:spPr/>
      <dgm:t>
        <a:bodyPr/>
        <a:lstStyle/>
        <a:p>
          <a:endParaRPr lang="en-US"/>
        </a:p>
      </dgm:t>
    </dgm:pt>
    <dgm:pt modelId="{805B985E-DD87-D24A-8510-6F875B6D1BC2}" type="pres">
      <dgm:prSet presAssocID="{2A91E342-2B04-8F45-B18C-A485A8C1FDC7}" presName="extraNode" presStyleLbl="node1" presStyleIdx="0" presStyleCnt="3"/>
      <dgm:spPr/>
    </dgm:pt>
    <dgm:pt modelId="{CB473918-0A7C-EC44-A1FA-6D9B309A0894}" type="pres">
      <dgm:prSet presAssocID="{2A91E342-2B04-8F45-B18C-A485A8C1FDC7}" presName="dstNode" presStyleLbl="node1" presStyleIdx="0" presStyleCnt="3"/>
      <dgm:spPr/>
    </dgm:pt>
    <dgm:pt modelId="{415519E3-9D53-F14A-ABFE-1989A5782EE7}" type="pres">
      <dgm:prSet presAssocID="{E174B89C-A6B1-A648-A8FA-2A4CA51C9BFC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6344F2-E317-D345-8675-CC4EDB209231}" type="pres">
      <dgm:prSet presAssocID="{E174B89C-A6B1-A648-A8FA-2A4CA51C9BFC}" presName="accent_1" presStyleCnt="0"/>
      <dgm:spPr/>
    </dgm:pt>
    <dgm:pt modelId="{C6577891-A9B5-7642-9CCA-8A42FAF56A42}" type="pres">
      <dgm:prSet presAssocID="{E174B89C-A6B1-A648-A8FA-2A4CA51C9BFC}" presName="accentRepeatNode" presStyleLbl="solidFgAcc1" presStyleIdx="0" presStyleCnt="3"/>
      <dgm:spPr/>
    </dgm:pt>
    <dgm:pt modelId="{58DBF3F5-90A7-2748-81A8-D6109B328F3F}" type="pres">
      <dgm:prSet presAssocID="{FA7DCDEA-96DB-7A4A-A74D-243AB9263082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106E68-D1CA-1F46-B7DF-D8509AEE58E7}" type="pres">
      <dgm:prSet presAssocID="{FA7DCDEA-96DB-7A4A-A74D-243AB9263082}" presName="accent_2" presStyleCnt="0"/>
      <dgm:spPr/>
    </dgm:pt>
    <dgm:pt modelId="{1B61225F-7A22-AE47-A4D2-2F570A524208}" type="pres">
      <dgm:prSet presAssocID="{FA7DCDEA-96DB-7A4A-A74D-243AB9263082}" presName="accentRepeatNode" presStyleLbl="solidFgAcc1" presStyleIdx="1" presStyleCnt="3"/>
      <dgm:spPr/>
    </dgm:pt>
    <dgm:pt modelId="{E6BF3E77-A74A-274E-A3E1-67D9A40E4D08}" type="pres">
      <dgm:prSet presAssocID="{A76173AE-51DC-1549-B153-EB48872A5BCB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D8C3D1-C510-AA43-9BD3-2627B5DA4EDC}" type="pres">
      <dgm:prSet presAssocID="{A76173AE-51DC-1549-B153-EB48872A5BCB}" presName="accent_3" presStyleCnt="0"/>
      <dgm:spPr/>
    </dgm:pt>
    <dgm:pt modelId="{CB4E09B6-0412-1648-A05F-1158C094718A}" type="pres">
      <dgm:prSet presAssocID="{A76173AE-51DC-1549-B153-EB48872A5BCB}" presName="accentRepeatNode" presStyleLbl="solidFgAcc1" presStyleIdx="2" presStyleCnt="3"/>
      <dgm:spPr/>
    </dgm:pt>
  </dgm:ptLst>
  <dgm:cxnLst>
    <dgm:cxn modelId="{ABD3CDA6-6ADA-EB48-AAB3-CA9B91FDFD2E}" type="presOf" srcId="{A76173AE-51DC-1549-B153-EB48872A5BCB}" destId="{E6BF3E77-A74A-274E-A3E1-67D9A40E4D08}" srcOrd="0" destOrd="0" presId="urn:microsoft.com/office/officeart/2008/layout/VerticalCurvedList"/>
    <dgm:cxn modelId="{297E2049-F9EA-8544-90A8-5C335F4B6B73}" type="presOf" srcId="{E174B89C-A6B1-A648-A8FA-2A4CA51C9BFC}" destId="{415519E3-9D53-F14A-ABFE-1989A5782EE7}" srcOrd="0" destOrd="0" presId="urn:microsoft.com/office/officeart/2008/layout/VerticalCurvedList"/>
    <dgm:cxn modelId="{C761A790-C4BC-0040-A8F4-5F0064F984F3}" srcId="{2A91E342-2B04-8F45-B18C-A485A8C1FDC7}" destId="{E174B89C-A6B1-A648-A8FA-2A4CA51C9BFC}" srcOrd="0" destOrd="0" parTransId="{FA9857E3-F5DC-0345-AE7D-B93EFA4E17C3}" sibTransId="{7C82E9AC-3A32-8B4E-BC2C-429AEE447832}"/>
    <dgm:cxn modelId="{7DC648A4-97EA-C740-9148-AB190DCCFDF8}" srcId="{2A91E342-2B04-8F45-B18C-A485A8C1FDC7}" destId="{A76173AE-51DC-1549-B153-EB48872A5BCB}" srcOrd="2" destOrd="0" parTransId="{2862257E-2132-8647-B88C-E17BA65BDE10}" sibTransId="{CA46AD8E-0E1B-B14C-9460-E49FF2883748}"/>
    <dgm:cxn modelId="{D307B272-6155-174F-8EBB-B00EF6718D8C}" type="presOf" srcId="{7C82E9AC-3A32-8B4E-BC2C-429AEE447832}" destId="{FE59DC8A-D621-DB44-B438-0BCE8C215329}" srcOrd="0" destOrd="0" presId="urn:microsoft.com/office/officeart/2008/layout/VerticalCurvedList"/>
    <dgm:cxn modelId="{5875BE05-2D97-7C43-B24E-5CA7D1157306}" type="presOf" srcId="{2A91E342-2B04-8F45-B18C-A485A8C1FDC7}" destId="{50DA98C8-810D-FF4D-A42E-5675C39640B3}" srcOrd="0" destOrd="0" presId="urn:microsoft.com/office/officeart/2008/layout/VerticalCurvedList"/>
    <dgm:cxn modelId="{01CB601A-34DA-A542-A8ED-53DE7EB70C69}" type="presOf" srcId="{FA7DCDEA-96DB-7A4A-A74D-243AB9263082}" destId="{58DBF3F5-90A7-2748-81A8-D6109B328F3F}" srcOrd="0" destOrd="0" presId="urn:microsoft.com/office/officeart/2008/layout/VerticalCurvedList"/>
    <dgm:cxn modelId="{7718577D-A755-C047-A687-9E6DC8DFB583}" srcId="{2A91E342-2B04-8F45-B18C-A485A8C1FDC7}" destId="{FA7DCDEA-96DB-7A4A-A74D-243AB9263082}" srcOrd="1" destOrd="0" parTransId="{BEF033E3-A200-FD4C-A937-E27C90E47716}" sibTransId="{7B951A2C-600F-084D-B6B0-26726BD49F75}"/>
    <dgm:cxn modelId="{172DAA6B-87BD-7C41-A4EA-BD1BC41C7E6F}" type="presParOf" srcId="{50DA98C8-810D-FF4D-A42E-5675C39640B3}" destId="{693BAD19-04B9-9F4B-9A08-F14D60B6632C}" srcOrd="0" destOrd="0" presId="urn:microsoft.com/office/officeart/2008/layout/VerticalCurvedList"/>
    <dgm:cxn modelId="{0357347F-6DF5-9342-B59C-1611B80B073B}" type="presParOf" srcId="{693BAD19-04B9-9F4B-9A08-F14D60B6632C}" destId="{E402F8AE-07B9-7B4E-ACC6-96661E5A8710}" srcOrd="0" destOrd="0" presId="urn:microsoft.com/office/officeart/2008/layout/VerticalCurvedList"/>
    <dgm:cxn modelId="{6D4C6916-53ED-2B40-AFF8-7030CB1789D3}" type="presParOf" srcId="{E402F8AE-07B9-7B4E-ACC6-96661E5A8710}" destId="{71B20C01-3110-4844-A2A3-FF429FECAF7F}" srcOrd="0" destOrd="0" presId="urn:microsoft.com/office/officeart/2008/layout/VerticalCurvedList"/>
    <dgm:cxn modelId="{3B0FF0B7-1BF0-634C-AE17-0AAAAED7515A}" type="presParOf" srcId="{E402F8AE-07B9-7B4E-ACC6-96661E5A8710}" destId="{FE59DC8A-D621-DB44-B438-0BCE8C215329}" srcOrd="1" destOrd="0" presId="urn:microsoft.com/office/officeart/2008/layout/VerticalCurvedList"/>
    <dgm:cxn modelId="{965CFE6D-8769-4B47-B465-3BCA961CD680}" type="presParOf" srcId="{E402F8AE-07B9-7B4E-ACC6-96661E5A8710}" destId="{805B985E-DD87-D24A-8510-6F875B6D1BC2}" srcOrd="2" destOrd="0" presId="urn:microsoft.com/office/officeart/2008/layout/VerticalCurvedList"/>
    <dgm:cxn modelId="{AB4D2652-15BB-D749-BEF9-F3E5348F4636}" type="presParOf" srcId="{E402F8AE-07B9-7B4E-ACC6-96661E5A8710}" destId="{CB473918-0A7C-EC44-A1FA-6D9B309A0894}" srcOrd="3" destOrd="0" presId="urn:microsoft.com/office/officeart/2008/layout/VerticalCurvedList"/>
    <dgm:cxn modelId="{83293348-E1DF-5344-B396-84CF350B087C}" type="presParOf" srcId="{693BAD19-04B9-9F4B-9A08-F14D60B6632C}" destId="{415519E3-9D53-F14A-ABFE-1989A5782EE7}" srcOrd="1" destOrd="0" presId="urn:microsoft.com/office/officeart/2008/layout/VerticalCurvedList"/>
    <dgm:cxn modelId="{5EBF206E-159F-0144-A04A-A62B97236405}" type="presParOf" srcId="{693BAD19-04B9-9F4B-9A08-F14D60B6632C}" destId="{B56344F2-E317-D345-8675-CC4EDB209231}" srcOrd="2" destOrd="0" presId="urn:microsoft.com/office/officeart/2008/layout/VerticalCurvedList"/>
    <dgm:cxn modelId="{32DD02FC-733B-4040-9BEF-D42F88E2361A}" type="presParOf" srcId="{B56344F2-E317-D345-8675-CC4EDB209231}" destId="{C6577891-A9B5-7642-9CCA-8A42FAF56A42}" srcOrd="0" destOrd="0" presId="urn:microsoft.com/office/officeart/2008/layout/VerticalCurvedList"/>
    <dgm:cxn modelId="{6B0552AD-3FC2-6F41-9632-0890DD875557}" type="presParOf" srcId="{693BAD19-04B9-9F4B-9A08-F14D60B6632C}" destId="{58DBF3F5-90A7-2748-81A8-D6109B328F3F}" srcOrd="3" destOrd="0" presId="urn:microsoft.com/office/officeart/2008/layout/VerticalCurvedList"/>
    <dgm:cxn modelId="{CA34790B-00ED-B741-AE50-2C5403E788ED}" type="presParOf" srcId="{693BAD19-04B9-9F4B-9A08-F14D60B6632C}" destId="{B4106E68-D1CA-1F46-B7DF-D8509AEE58E7}" srcOrd="4" destOrd="0" presId="urn:microsoft.com/office/officeart/2008/layout/VerticalCurvedList"/>
    <dgm:cxn modelId="{D498FA60-CAEB-3F48-B6BD-63ABC145C2FA}" type="presParOf" srcId="{B4106E68-D1CA-1F46-B7DF-D8509AEE58E7}" destId="{1B61225F-7A22-AE47-A4D2-2F570A524208}" srcOrd="0" destOrd="0" presId="urn:microsoft.com/office/officeart/2008/layout/VerticalCurvedList"/>
    <dgm:cxn modelId="{C41D29E3-2BBE-F749-9BF2-E81802C19C36}" type="presParOf" srcId="{693BAD19-04B9-9F4B-9A08-F14D60B6632C}" destId="{E6BF3E77-A74A-274E-A3E1-67D9A40E4D08}" srcOrd="5" destOrd="0" presId="urn:microsoft.com/office/officeart/2008/layout/VerticalCurvedList"/>
    <dgm:cxn modelId="{C26CCD66-F2E2-6146-A125-AF5E5DA885D4}" type="presParOf" srcId="{693BAD19-04B9-9F4B-9A08-F14D60B6632C}" destId="{5ED8C3D1-C510-AA43-9BD3-2627B5DA4EDC}" srcOrd="6" destOrd="0" presId="urn:microsoft.com/office/officeart/2008/layout/VerticalCurvedList"/>
    <dgm:cxn modelId="{187AF9C2-0C95-9F46-9331-C2E1A3ADA879}" type="presParOf" srcId="{5ED8C3D1-C510-AA43-9BD3-2627B5DA4EDC}" destId="{CB4E09B6-0412-1648-A05F-1158C094718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63774-5333-6040-BF58-1479E6B080EB}">
      <dsp:nvSpPr>
        <dsp:cNvPr id="0" name=""/>
        <dsp:cNvSpPr/>
      </dsp:nvSpPr>
      <dsp:spPr>
        <a:xfrm>
          <a:off x="3614" y="933"/>
          <a:ext cx="10051170" cy="1893112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6500" kern="1200" dirty="0"/>
            <a:t>DEFINISI SISTEM PAKAR </a:t>
          </a:r>
          <a:endParaRPr lang="en-US" sz="6500" kern="1200" dirty="0"/>
        </a:p>
      </dsp:txBody>
      <dsp:txXfrm>
        <a:off x="59061" y="56380"/>
        <a:ext cx="9940276" cy="1782218"/>
      </dsp:txXfrm>
    </dsp:sp>
    <dsp:sp modelId="{F9844FAF-7A7C-8344-A7DD-EDD0ED3FB533}">
      <dsp:nvSpPr>
        <dsp:cNvPr id="0" name=""/>
        <dsp:cNvSpPr/>
      </dsp:nvSpPr>
      <dsp:spPr>
        <a:xfrm>
          <a:off x="3614" y="2157253"/>
          <a:ext cx="3172717" cy="1893112"/>
        </a:xfrm>
        <a:prstGeom prst="roundRect">
          <a:avLst>
            <a:gd name="adj" fmla="val 10000"/>
          </a:avLst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700" kern="1200" dirty="0" err="1"/>
            <a:t>Sistem</a:t>
          </a:r>
          <a:r>
            <a:rPr lang="en-ID" sz="1700" kern="1200" dirty="0"/>
            <a:t> </a:t>
          </a:r>
          <a:r>
            <a:rPr lang="en-ID" sz="1700" kern="1200" dirty="0" err="1"/>
            <a:t>komputer</a:t>
          </a:r>
          <a:r>
            <a:rPr lang="en-ID" sz="1700" kern="1200" dirty="0"/>
            <a:t> yang </a:t>
          </a:r>
          <a:r>
            <a:rPr lang="en-ID" sz="1700" kern="1200" dirty="0" err="1"/>
            <a:t>dapat</a:t>
          </a:r>
          <a:r>
            <a:rPr lang="en-ID" sz="1700" kern="1200" dirty="0"/>
            <a:t> </a:t>
          </a:r>
          <a:r>
            <a:rPr lang="en-ID" sz="1700" kern="1200" dirty="0" err="1"/>
            <a:t>melakukan</a:t>
          </a:r>
          <a:r>
            <a:rPr lang="en-ID" sz="1700" kern="1200" dirty="0"/>
            <a:t> </a:t>
          </a:r>
          <a:r>
            <a:rPr lang="en-ID" sz="1700" kern="1200" dirty="0" err="1"/>
            <a:t>penalaran</a:t>
          </a:r>
          <a:r>
            <a:rPr lang="en-ID" sz="1700" kern="1200" dirty="0"/>
            <a:t> </a:t>
          </a:r>
          <a:r>
            <a:rPr lang="en-ID" sz="1700" kern="1200" dirty="0" err="1"/>
            <a:t>terhadap</a:t>
          </a:r>
          <a:r>
            <a:rPr lang="en-ID" sz="1700" kern="1200" dirty="0"/>
            <a:t> </a:t>
          </a:r>
          <a:r>
            <a:rPr lang="en-ID" sz="1700" kern="1200" dirty="0" err="1"/>
            <a:t>persoalan</a:t>
          </a:r>
          <a:r>
            <a:rPr lang="en-ID" sz="1700" kern="1200" dirty="0"/>
            <a:t> </a:t>
          </a:r>
          <a:r>
            <a:rPr lang="en-ID" sz="1700" kern="1200" dirty="0" err="1"/>
            <a:t>tertentu</a:t>
          </a:r>
          <a:r>
            <a:rPr lang="en-ID" sz="1700" kern="1200" dirty="0"/>
            <a:t> </a:t>
          </a:r>
          <a:r>
            <a:rPr lang="en-ID" sz="1700" kern="1200" dirty="0" err="1"/>
            <a:t>seperti</a:t>
          </a:r>
          <a:r>
            <a:rPr lang="en-ID" sz="1700" kern="1200" dirty="0"/>
            <a:t> </a:t>
          </a:r>
          <a:r>
            <a:rPr lang="en-ID" sz="1700" kern="1200" dirty="0" err="1"/>
            <a:t>penalaran</a:t>
          </a:r>
          <a:r>
            <a:rPr lang="en-ID" sz="1700" kern="1200" dirty="0"/>
            <a:t> yang </a:t>
          </a:r>
          <a:r>
            <a:rPr lang="en-ID" sz="1700" kern="1200" dirty="0" err="1"/>
            <a:t>dilakukan</a:t>
          </a:r>
          <a:r>
            <a:rPr lang="en-ID" sz="1700" kern="1200" dirty="0"/>
            <a:t> </a:t>
          </a:r>
          <a:r>
            <a:rPr lang="en-ID" sz="1700" kern="1200" dirty="0" err="1"/>
            <a:t>manusia</a:t>
          </a:r>
          <a:r>
            <a:rPr lang="en-ID" sz="1700" kern="1200" dirty="0"/>
            <a:t> (Michael P. </a:t>
          </a:r>
          <a:r>
            <a:rPr lang="en-ID" sz="1700" kern="1200" dirty="0" err="1"/>
            <a:t>Geografi</a:t>
          </a:r>
          <a:r>
            <a:rPr lang="en-ID" sz="1700" kern="1200" dirty="0"/>
            <a:t>) </a:t>
          </a:r>
        </a:p>
      </dsp:txBody>
      <dsp:txXfrm>
        <a:off x="59061" y="2212700"/>
        <a:ext cx="3061823" cy="1782218"/>
      </dsp:txXfrm>
    </dsp:sp>
    <dsp:sp modelId="{A444F68B-F451-4042-A5E7-1204117163D8}">
      <dsp:nvSpPr>
        <dsp:cNvPr id="0" name=""/>
        <dsp:cNvSpPr/>
      </dsp:nvSpPr>
      <dsp:spPr>
        <a:xfrm>
          <a:off x="3442841" y="2157253"/>
          <a:ext cx="3172717" cy="1893112"/>
        </a:xfrm>
        <a:prstGeom prst="roundRect">
          <a:avLst>
            <a:gd name="adj" fmla="val 10000"/>
          </a:avLst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700" kern="1200" dirty="0" err="1"/>
            <a:t>Sistem</a:t>
          </a:r>
          <a:r>
            <a:rPr lang="en-ID" sz="1700" kern="1200" dirty="0"/>
            <a:t> </a:t>
          </a:r>
          <a:r>
            <a:rPr lang="en-ID" sz="1700" kern="1200" dirty="0" err="1"/>
            <a:t>Komputer</a:t>
          </a:r>
          <a:r>
            <a:rPr lang="en-ID" sz="1700" kern="1200" dirty="0"/>
            <a:t> yang </a:t>
          </a:r>
          <a:r>
            <a:rPr lang="en-ID" sz="1700" kern="1200" dirty="0" err="1"/>
            <a:t>bisa</a:t>
          </a:r>
          <a:r>
            <a:rPr lang="en-ID" sz="1700" kern="1200" dirty="0"/>
            <a:t> </a:t>
          </a:r>
          <a:r>
            <a:rPr lang="en-ID" sz="1700" kern="1200" dirty="0" err="1"/>
            <a:t>menyamai</a:t>
          </a:r>
          <a:r>
            <a:rPr lang="en-ID" sz="1700" kern="1200" dirty="0"/>
            <a:t> </a:t>
          </a:r>
          <a:r>
            <a:rPr lang="en-ID" sz="1700" kern="1200" dirty="0" err="1"/>
            <a:t>atau</a:t>
          </a:r>
          <a:r>
            <a:rPr lang="en-ID" sz="1700" kern="1200" dirty="0"/>
            <a:t> </a:t>
          </a:r>
          <a:r>
            <a:rPr lang="en-ID" sz="1700" kern="1200" dirty="0" err="1"/>
            <a:t>meniru</a:t>
          </a:r>
          <a:r>
            <a:rPr lang="en-ID" sz="1700" kern="1200" dirty="0"/>
            <a:t> </a:t>
          </a:r>
          <a:r>
            <a:rPr lang="en-ID" sz="1700" kern="1200" dirty="0" err="1"/>
            <a:t>kemampuan</a:t>
          </a:r>
          <a:r>
            <a:rPr lang="en-ID" sz="1700" kern="1200" dirty="0"/>
            <a:t> </a:t>
          </a:r>
          <a:r>
            <a:rPr lang="en-ID" sz="1700" kern="1200" dirty="0" err="1"/>
            <a:t>seorang</a:t>
          </a:r>
          <a:r>
            <a:rPr lang="en-ID" sz="1700" kern="1200" dirty="0"/>
            <a:t> </a:t>
          </a:r>
          <a:r>
            <a:rPr lang="en-ID" sz="1700" kern="1200" dirty="0" err="1"/>
            <a:t>pakar</a:t>
          </a:r>
          <a:r>
            <a:rPr lang="en-ID" sz="1700" kern="1200" dirty="0"/>
            <a:t> (</a:t>
          </a:r>
          <a:r>
            <a:rPr lang="en-ID" sz="1700" kern="1200" dirty="0" err="1"/>
            <a:t>Giarratano</a:t>
          </a:r>
          <a:r>
            <a:rPr lang="en-ID" sz="1700" kern="1200" dirty="0"/>
            <a:t> </a:t>
          </a:r>
          <a:r>
            <a:rPr lang="en-ID" sz="1700" kern="1200" dirty="0" err="1"/>
            <a:t>dan</a:t>
          </a:r>
          <a:r>
            <a:rPr lang="en-ID" sz="1700" kern="1200" dirty="0"/>
            <a:t> Riley) </a:t>
          </a:r>
          <a:endParaRPr lang="en-US" sz="1700" kern="1200" dirty="0"/>
        </a:p>
      </dsp:txBody>
      <dsp:txXfrm>
        <a:off x="3498288" y="2212700"/>
        <a:ext cx="3061823" cy="1782218"/>
      </dsp:txXfrm>
    </dsp:sp>
    <dsp:sp modelId="{83012E35-90FB-FA4C-8798-E024962293B1}">
      <dsp:nvSpPr>
        <dsp:cNvPr id="0" name=""/>
        <dsp:cNvSpPr/>
      </dsp:nvSpPr>
      <dsp:spPr>
        <a:xfrm>
          <a:off x="6882067" y="2157253"/>
          <a:ext cx="3172717" cy="1893112"/>
        </a:xfrm>
        <a:prstGeom prst="roundRect">
          <a:avLst>
            <a:gd name="adj" fmla="val 10000"/>
          </a:avLst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700" kern="1200"/>
            <a:t>Program komputer yang dimanfaatkan untuk meniru proses pengambilan keputusan seorang pakar dalam bidang tertentu (Michael W. Parks) </a:t>
          </a:r>
          <a:endParaRPr lang="en-US" sz="1700" kern="1200" dirty="0"/>
        </a:p>
      </dsp:txBody>
      <dsp:txXfrm>
        <a:off x="6937514" y="2212700"/>
        <a:ext cx="3061823" cy="17822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989F1E-BC91-3843-A3B7-C6FD772BA2FA}">
      <dsp:nvSpPr>
        <dsp:cNvPr id="0" name=""/>
        <dsp:cNvSpPr/>
      </dsp:nvSpPr>
      <dsp:spPr>
        <a:xfrm>
          <a:off x="0" y="829196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62C01-E60E-9248-9329-C7F1A208F023}">
      <dsp:nvSpPr>
        <dsp:cNvPr id="0" name=""/>
        <dsp:cNvSpPr/>
      </dsp:nvSpPr>
      <dsp:spPr>
        <a:xfrm>
          <a:off x="502920" y="73917"/>
          <a:ext cx="7207678" cy="9766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800" kern="1200" dirty="0" err="1"/>
            <a:t>Memasyarakatkan</a:t>
          </a:r>
          <a:r>
            <a:rPr lang="en-ID" sz="1800" kern="1200" dirty="0"/>
            <a:t> </a:t>
          </a:r>
          <a:r>
            <a:rPr lang="en-ID" sz="1800" kern="1200" dirty="0" err="1"/>
            <a:t>Pengetahuan</a:t>
          </a:r>
          <a:r>
            <a:rPr lang="en-ID" sz="1800" kern="1200" dirty="0"/>
            <a:t> </a:t>
          </a:r>
          <a:r>
            <a:rPr lang="en-ID" sz="1800" kern="1200" dirty="0" err="1"/>
            <a:t>dan</a:t>
          </a:r>
          <a:r>
            <a:rPr lang="en-ID" sz="1800" kern="1200" dirty="0"/>
            <a:t> </a:t>
          </a:r>
          <a:r>
            <a:rPr lang="en-ID" sz="1800" kern="1200" dirty="0" err="1"/>
            <a:t>Pengalaman</a:t>
          </a:r>
          <a:r>
            <a:rPr lang="en-ID" sz="1800" kern="1200" dirty="0"/>
            <a:t> </a:t>
          </a:r>
          <a:r>
            <a:rPr lang="en-ID" sz="1800" kern="1200" dirty="0" err="1"/>
            <a:t>seorang</a:t>
          </a:r>
          <a:r>
            <a:rPr lang="en-ID" sz="1800" kern="1200" dirty="0"/>
            <a:t> </a:t>
          </a:r>
          <a:r>
            <a:rPr lang="en-ID" sz="1800" kern="1200" dirty="0" err="1"/>
            <a:t>Pakar</a:t>
          </a:r>
          <a:r>
            <a:rPr lang="en-ID" sz="1800" kern="1200" dirty="0"/>
            <a:t> </a:t>
          </a:r>
        </a:p>
      </dsp:txBody>
      <dsp:txXfrm>
        <a:off x="550598" y="121595"/>
        <a:ext cx="7112322" cy="881323"/>
      </dsp:txXfrm>
    </dsp:sp>
    <dsp:sp modelId="{56AD7B7F-D0F2-9245-80D5-5974EA932096}">
      <dsp:nvSpPr>
        <dsp:cNvPr id="0" name=""/>
        <dsp:cNvSpPr/>
      </dsp:nvSpPr>
      <dsp:spPr>
        <a:xfrm>
          <a:off x="0" y="2050583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8140E1-7CDC-CA42-B9DA-C760D0F549BA}">
      <dsp:nvSpPr>
        <dsp:cNvPr id="0" name=""/>
        <dsp:cNvSpPr/>
      </dsp:nvSpPr>
      <dsp:spPr>
        <a:xfrm>
          <a:off x="502920" y="1288196"/>
          <a:ext cx="7145366" cy="9837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600" kern="1200"/>
            <a:t>Dapat digunakan non-expert untuk meningkatkan kemampuan pemecah- an masalah dan oleh expert sebagai knowledgeable assistant </a:t>
          </a:r>
        </a:p>
      </dsp:txBody>
      <dsp:txXfrm>
        <a:off x="550944" y="1336220"/>
        <a:ext cx="7049318" cy="887738"/>
      </dsp:txXfrm>
    </dsp:sp>
    <dsp:sp modelId="{D312D326-C56B-B843-8749-85AE08D6CE93}">
      <dsp:nvSpPr>
        <dsp:cNvPr id="0" name=""/>
        <dsp:cNvSpPr/>
      </dsp:nvSpPr>
      <dsp:spPr>
        <a:xfrm>
          <a:off x="0" y="3035974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7DA2D-02FB-CE4B-A4FF-8702B3608F5B}">
      <dsp:nvSpPr>
        <dsp:cNvPr id="0" name=""/>
        <dsp:cNvSpPr/>
      </dsp:nvSpPr>
      <dsp:spPr>
        <a:xfrm>
          <a:off x="502920" y="2509583"/>
          <a:ext cx="7083054" cy="74779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 dirty="0" err="1"/>
            <a:t>Menyederhanakan</a:t>
          </a:r>
          <a:r>
            <a:rPr lang="en-ID" sz="2000" kern="1200" dirty="0"/>
            <a:t> </a:t>
          </a:r>
          <a:r>
            <a:rPr lang="en-ID" sz="2000" kern="1200" dirty="0" err="1"/>
            <a:t>pekerjaan</a:t>
          </a:r>
          <a:r>
            <a:rPr lang="en-ID" sz="2000" kern="1200" dirty="0"/>
            <a:t> </a:t>
          </a:r>
          <a:r>
            <a:rPr lang="en-ID" sz="2000" kern="1200" dirty="0" err="1"/>
            <a:t>dan</a:t>
          </a:r>
          <a:r>
            <a:rPr lang="en-ID" sz="2000" kern="1200" dirty="0"/>
            <a:t> </a:t>
          </a:r>
          <a:r>
            <a:rPr lang="en-ID" sz="2000" kern="1200" dirty="0" err="1"/>
            <a:t>memperbaiki</a:t>
          </a:r>
          <a:r>
            <a:rPr lang="en-ID" sz="2000" kern="1200" dirty="0"/>
            <a:t> </a:t>
          </a:r>
          <a:r>
            <a:rPr lang="en-ID" sz="2000" kern="1200" dirty="0" err="1"/>
            <a:t>kualitas</a:t>
          </a:r>
          <a:r>
            <a:rPr lang="en-ID" sz="2000" kern="1200" dirty="0"/>
            <a:t> </a:t>
          </a:r>
        </a:p>
      </dsp:txBody>
      <dsp:txXfrm>
        <a:off x="539424" y="2546087"/>
        <a:ext cx="7010046" cy="674783"/>
      </dsp:txXfrm>
    </dsp:sp>
    <dsp:sp modelId="{222E9B88-104A-F047-A47C-DDA4BCF974CE}">
      <dsp:nvSpPr>
        <dsp:cNvPr id="0" name=""/>
        <dsp:cNvSpPr/>
      </dsp:nvSpPr>
      <dsp:spPr>
        <a:xfrm>
          <a:off x="0" y="4109691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7DEBE-ACAE-2F42-A3D5-5BC639C5F0BE}">
      <dsp:nvSpPr>
        <dsp:cNvPr id="0" name=""/>
        <dsp:cNvSpPr/>
      </dsp:nvSpPr>
      <dsp:spPr>
        <a:xfrm>
          <a:off x="502920" y="3494974"/>
          <a:ext cx="7040880" cy="83611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800" kern="1200" dirty="0" err="1"/>
            <a:t>Memecahkan</a:t>
          </a:r>
          <a:r>
            <a:rPr lang="en-ID" sz="1800" kern="1200" dirty="0"/>
            <a:t> </a:t>
          </a:r>
          <a:r>
            <a:rPr lang="en-ID" sz="1800" kern="1200" dirty="0" err="1"/>
            <a:t>masalah</a:t>
          </a:r>
          <a:r>
            <a:rPr lang="en-ID" sz="1800" kern="1200" dirty="0"/>
            <a:t> (</a:t>
          </a:r>
          <a:r>
            <a:rPr lang="en-ID" sz="1800" kern="1200" dirty="0" err="1"/>
            <a:t>sederhana</a:t>
          </a:r>
          <a:r>
            <a:rPr lang="en-ID" sz="1800" kern="1200" dirty="0"/>
            <a:t>) </a:t>
          </a:r>
          <a:r>
            <a:rPr lang="en-ID" sz="1800" kern="1200" dirty="0" err="1"/>
            <a:t>tanpa</a:t>
          </a:r>
          <a:r>
            <a:rPr lang="en-ID" sz="1800" kern="1200" dirty="0"/>
            <a:t> </a:t>
          </a:r>
          <a:r>
            <a:rPr lang="en-ID" sz="1800" kern="1200" dirty="0" err="1"/>
            <a:t>kehadiran</a:t>
          </a:r>
          <a:r>
            <a:rPr lang="en-ID" sz="1800" kern="1200" dirty="0"/>
            <a:t> </a:t>
          </a:r>
          <a:r>
            <a:rPr lang="en-ID" sz="1800" kern="1200" dirty="0" err="1"/>
            <a:t>seorang</a:t>
          </a:r>
          <a:r>
            <a:rPr lang="en-ID" sz="1800" kern="1200" dirty="0"/>
            <a:t> </a:t>
          </a:r>
          <a:r>
            <a:rPr lang="en-ID" sz="1800" kern="1200" dirty="0" err="1"/>
            <a:t>pakar</a:t>
          </a:r>
          <a:r>
            <a:rPr lang="en-ID" sz="1800" kern="1200" dirty="0"/>
            <a:t> </a:t>
          </a:r>
        </a:p>
      </dsp:txBody>
      <dsp:txXfrm>
        <a:off x="543736" y="3535790"/>
        <a:ext cx="6959248" cy="7544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FEEEF-68F8-3143-B0B0-AB2232AB96BE}">
      <dsp:nvSpPr>
        <dsp:cNvPr id="0" name=""/>
        <dsp:cNvSpPr/>
      </dsp:nvSpPr>
      <dsp:spPr>
        <a:xfrm>
          <a:off x="-4579967" y="-702223"/>
          <a:ext cx="5455747" cy="5455747"/>
        </a:xfrm>
        <a:prstGeom prst="blockArc">
          <a:avLst>
            <a:gd name="adj1" fmla="val 18900000"/>
            <a:gd name="adj2" fmla="val 2700000"/>
            <a:gd name="adj3" fmla="val 396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A742EB-50B3-394E-B2C2-58D7E3BD6704}">
      <dsp:nvSpPr>
        <dsp:cNvPr id="0" name=""/>
        <dsp:cNvSpPr/>
      </dsp:nvSpPr>
      <dsp:spPr>
        <a:xfrm>
          <a:off x="383364" y="253125"/>
          <a:ext cx="9620049" cy="5065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09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800" kern="1200"/>
            <a:t>Meliputi pengetahuan tentang : </a:t>
          </a:r>
          <a:endParaRPr lang="en-US" sz="1800" kern="1200"/>
        </a:p>
      </dsp:txBody>
      <dsp:txXfrm>
        <a:off x="383364" y="253125"/>
        <a:ext cx="9620049" cy="506574"/>
      </dsp:txXfrm>
    </dsp:sp>
    <dsp:sp modelId="{D65C15EA-7F78-FB49-9B90-167D2BB4671B}">
      <dsp:nvSpPr>
        <dsp:cNvPr id="0" name=""/>
        <dsp:cNvSpPr/>
      </dsp:nvSpPr>
      <dsp:spPr>
        <a:xfrm>
          <a:off x="66755" y="189803"/>
          <a:ext cx="633218" cy="633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71E737-0027-7747-A887-90C7EABCDF3A}">
      <dsp:nvSpPr>
        <dsp:cNvPr id="0" name=""/>
        <dsp:cNvSpPr/>
      </dsp:nvSpPr>
      <dsp:spPr>
        <a:xfrm>
          <a:off x="746361" y="1012743"/>
          <a:ext cx="9257052" cy="506574"/>
        </a:xfrm>
        <a:prstGeom prst="rect">
          <a:avLst/>
        </a:prstGeom>
        <a:solidFill>
          <a:schemeClr val="accent4">
            <a:hueOff val="5105758"/>
            <a:satOff val="-5996"/>
            <a:lumOff val="23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09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800" kern="1200"/>
            <a:t>Fakta-fakta dan teori-teori tentang bidang permasalahan </a:t>
          </a:r>
        </a:p>
      </dsp:txBody>
      <dsp:txXfrm>
        <a:off x="746361" y="1012743"/>
        <a:ext cx="9257052" cy="506574"/>
      </dsp:txXfrm>
    </dsp:sp>
    <dsp:sp modelId="{22F4263A-4CC2-8B44-B785-ECE45BB6A482}">
      <dsp:nvSpPr>
        <dsp:cNvPr id="0" name=""/>
        <dsp:cNvSpPr/>
      </dsp:nvSpPr>
      <dsp:spPr>
        <a:xfrm>
          <a:off x="429752" y="949422"/>
          <a:ext cx="633218" cy="633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05758"/>
              <a:satOff val="-5996"/>
              <a:lumOff val="23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E6719-1B83-4D4B-9F1A-B44F8C01FF30}">
      <dsp:nvSpPr>
        <dsp:cNvPr id="0" name=""/>
        <dsp:cNvSpPr/>
      </dsp:nvSpPr>
      <dsp:spPr>
        <a:xfrm>
          <a:off x="857771" y="1772362"/>
          <a:ext cx="9145642" cy="506574"/>
        </a:xfrm>
        <a:prstGeom prst="rect">
          <a:avLst/>
        </a:prstGeom>
        <a:solidFill>
          <a:schemeClr val="accent4">
            <a:hueOff val="10211516"/>
            <a:satOff val="-11993"/>
            <a:lumOff val="4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09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800" kern="1200"/>
            <a:t>Aturan-aturan (heuristic) tentang apa yang harus dikerjakan dalam situasi tertentu </a:t>
          </a:r>
        </a:p>
      </dsp:txBody>
      <dsp:txXfrm>
        <a:off x="857771" y="1772362"/>
        <a:ext cx="9145642" cy="506574"/>
      </dsp:txXfrm>
    </dsp:sp>
    <dsp:sp modelId="{92803F0D-E47E-6B4B-B6DB-DD0536DAB0AF}">
      <dsp:nvSpPr>
        <dsp:cNvPr id="0" name=""/>
        <dsp:cNvSpPr/>
      </dsp:nvSpPr>
      <dsp:spPr>
        <a:xfrm>
          <a:off x="541162" y="1709040"/>
          <a:ext cx="633218" cy="633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211516"/>
              <a:satOff val="-11993"/>
              <a:lumOff val="4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A39AC5-A889-D54F-B596-4BEF253C2407}">
      <dsp:nvSpPr>
        <dsp:cNvPr id="0" name=""/>
        <dsp:cNvSpPr/>
      </dsp:nvSpPr>
      <dsp:spPr>
        <a:xfrm>
          <a:off x="746361" y="2531981"/>
          <a:ext cx="9257052" cy="506574"/>
        </a:xfrm>
        <a:prstGeom prst="rect">
          <a:avLst/>
        </a:prstGeom>
        <a:solidFill>
          <a:schemeClr val="accent4">
            <a:hueOff val="15317274"/>
            <a:satOff val="-17989"/>
            <a:lumOff val="69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09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800" kern="1200"/>
            <a:t>Strategi global untuk memecahkan perma-salahan semacam ini </a:t>
          </a:r>
        </a:p>
      </dsp:txBody>
      <dsp:txXfrm>
        <a:off x="746361" y="2531981"/>
        <a:ext cx="9257052" cy="506574"/>
      </dsp:txXfrm>
    </dsp:sp>
    <dsp:sp modelId="{B7DD41C6-6229-444D-95C1-5F2EC21D0944}">
      <dsp:nvSpPr>
        <dsp:cNvPr id="0" name=""/>
        <dsp:cNvSpPr/>
      </dsp:nvSpPr>
      <dsp:spPr>
        <a:xfrm>
          <a:off x="429752" y="2468659"/>
          <a:ext cx="633218" cy="633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5317274"/>
              <a:satOff val="-17989"/>
              <a:lumOff val="69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11BB4-8C66-284D-BF06-BB19C2B331D2}">
      <dsp:nvSpPr>
        <dsp:cNvPr id="0" name=""/>
        <dsp:cNvSpPr/>
      </dsp:nvSpPr>
      <dsp:spPr>
        <a:xfrm>
          <a:off x="383364" y="3291600"/>
          <a:ext cx="9620049" cy="506574"/>
        </a:xfrm>
        <a:prstGeom prst="rect">
          <a:avLst/>
        </a:prstGeom>
        <a:solidFill>
          <a:schemeClr val="accent4">
            <a:hueOff val="20423033"/>
            <a:satOff val="-23986"/>
            <a:lumOff val="9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09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800" kern="1200" dirty="0" err="1"/>
            <a:t>Pengetahuan</a:t>
          </a:r>
          <a:r>
            <a:rPr lang="en-ID" sz="1800" kern="1200" dirty="0"/>
            <a:t> </a:t>
          </a:r>
          <a:r>
            <a:rPr lang="en-ID" sz="1800" kern="1200" dirty="0" err="1"/>
            <a:t>tentang</a:t>
          </a:r>
          <a:r>
            <a:rPr lang="en-ID" sz="1800" kern="1200" dirty="0"/>
            <a:t> </a:t>
          </a:r>
          <a:r>
            <a:rPr lang="en-ID" sz="1800" kern="1200" dirty="0" err="1"/>
            <a:t>pengetahuan</a:t>
          </a:r>
          <a:r>
            <a:rPr lang="en-ID" sz="1800" kern="1200" dirty="0"/>
            <a:t> (meta knowledge) </a:t>
          </a:r>
        </a:p>
      </dsp:txBody>
      <dsp:txXfrm>
        <a:off x="383364" y="3291600"/>
        <a:ext cx="9620049" cy="506574"/>
      </dsp:txXfrm>
    </dsp:sp>
    <dsp:sp modelId="{BBED9E45-8C82-2F43-840F-B649C548F8B6}">
      <dsp:nvSpPr>
        <dsp:cNvPr id="0" name=""/>
        <dsp:cNvSpPr/>
      </dsp:nvSpPr>
      <dsp:spPr>
        <a:xfrm>
          <a:off x="66755" y="3228278"/>
          <a:ext cx="633218" cy="633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0423033"/>
              <a:satOff val="-23986"/>
              <a:lumOff val="9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2BDEC-9ECF-B04C-BB1F-B21FDD69EB79}">
      <dsp:nvSpPr>
        <dsp:cNvPr id="0" name=""/>
        <dsp:cNvSpPr/>
      </dsp:nvSpPr>
      <dsp:spPr>
        <a:xfrm>
          <a:off x="2946" y="506085"/>
          <a:ext cx="2337792" cy="14026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 dirty="0" err="1"/>
            <a:t>Mengenali</a:t>
          </a:r>
          <a:r>
            <a:rPr lang="en-ID" sz="2000" kern="1200" dirty="0"/>
            <a:t> </a:t>
          </a:r>
          <a:r>
            <a:rPr lang="en-ID" sz="2000" kern="1200" dirty="0" err="1"/>
            <a:t>dan</a:t>
          </a:r>
          <a:r>
            <a:rPr lang="en-ID" sz="2000" kern="1200" dirty="0"/>
            <a:t> </a:t>
          </a:r>
          <a:r>
            <a:rPr lang="en-ID" sz="2000" kern="1200" dirty="0" err="1"/>
            <a:t>memformulasikan</a:t>
          </a:r>
          <a:r>
            <a:rPr lang="en-ID" sz="2000" kern="1200" dirty="0"/>
            <a:t> </a:t>
          </a:r>
          <a:r>
            <a:rPr lang="en-ID" sz="2000" kern="1200" dirty="0" err="1"/>
            <a:t>permasalahan</a:t>
          </a:r>
          <a:r>
            <a:rPr lang="en-ID" sz="2000" kern="1200" dirty="0"/>
            <a:t/>
          </a:r>
          <a:br>
            <a:rPr lang="en-ID" sz="2000" kern="1200" dirty="0"/>
          </a:br>
          <a:endParaRPr lang="en-ID" sz="2000" kern="1200" dirty="0"/>
        </a:p>
      </dsp:txBody>
      <dsp:txXfrm>
        <a:off x="2946" y="506085"/>
        <a:ext cx="2337792" cy="1402675"/>
      </dsp:txXfrm>
    </dsp:sp>
    <dsp:sp modelId="{D65944FC-9BA7-DB43-9063-73FE4A0ACF20}">
      <dsp:nvSpPr>
        <dsp:cNvPr id="0" name=""/>
        <dsp:cNvSpPr/>
      </dsp:nvSpPr>
      <dsp:spPr>
        <a:xfrm>
          <a:off x="2574518" y="506085"/>
          <a:ext cx="2337792" cy="1402675"/>
        </a:xfrm>
        <a:prstGeom prst="rect">
          <a:avLst/>
        </a:prstGeom>
        <a:solidFill>
          <a:schemeClr val="accent4">
            <a:hueOff val="3403839"/>
            <a:satOff val="-3998"/>
            <a:lumOff val="15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 dirty="0" err="1"/>
            <a:t>Memecahkan</a:t>
          </a:r>
          <a:r>
            <a:rPr lang="en-ID" sz="2000" kern="1200" dirty="0"/>
            <a:t> </a:t>
          </a:r>
          <a:r>
            <a:rPr lang="en-ID" sz="2000" kern="1200" dirty="0" err="1"/>
            <a:t>permasalahan</a:t>
          </a:r>
          <a:r>
            <a:rPr lang="en-ID" sz="2000" kern="1200" dirty="0"/>
            <a:t> </a:t>
          </a:r>
          <a:r>
            <a:rPr lang="en-ID" sz="2000" kern="1200" dirty="0" err="1"/>
            <a:t>secara</a:t>
          </a:r>
          <a:r>
            <a:rPr lang="en-ID" sz="2000" kern="1200" dirty="0"/>
            <a:t> </a:t>
          </a:r>
          <a:r>
            <a:rPr lang="en-ID" sz="2000" kern="1200" dirty="0" err="1"/>
            <a:t>cepat</a:t>
          </a:r>
          <a:r>
            <a:rPr lang="en-ID" sz="2000" kern="1200" dirty="0"/>
            <a:t> </a:t>
          </a:r>
          <a:r>
            <a:rPr lang="en-ID" sz="2000" kern="1200" dirty="0" err="1"/>
            <a:t>dan</a:t>
          </a:r>
          <a:r>
            <a:rPr lang="en-ID" sz="2000" kern="1200" dirty="0"/>
            <a:t> </a:t>
          </a:r>
          <a:r>
            <a:rPr lang="en-ID" sz="2000" kern="1200" dirty="0" err="1"/>
            <a:t>tepat</a:t>
          </a:r>
          <a:r>
            <a:rPr lang="en-ID" sz="2000" kern="1200" dirty="0"/>
            <a:t> </a:t>
          </a:r>
          <a:endParaRPr lang="en-US" sz="2000" kern="1200" dirty="0"/>
        </a:p>
      </dsp:txBody>
      <dsp:txXfrm>
        <a:off x="2574518" y="506085"/>
        <a:ext cx="2337792" cy="1402675"/>
      </dsp:txXfrm>
    </dsp:sp>
    <dsp:sp modelId="{FAC93FC7-B705-474F-A51B-3FA51331D37F}">
      <dsp:nvSpPr>
        <dsp:cNvPr id="0" name=""/>
        <dsp:cNvSpPr/>
      </dsp:nvSpPr>
      <dsp:spPr>
        <a:xfrm>
          <a:off x="5146089" y="506085"/>
          <a:ext cx="2337792" cy="1402675"/>
        </a:xfrm>
        <a:prstGeom prst="rect">
          <a:avLst/>
        </a:prstGeom>
        <a:solidFill>
          <a:schemeClr val="accent4">
            <a:hueOff val="6807678"/>
            <a:satOff val="-7995"/>
            <a:lumOff val="30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 dirty="0" err="1"/>
            <a:t>Menerangkan</a:t>
          </a:r>
          <a:r>
            <a:rPr lang="en-ID" sz="2000" kern="1200" dirty="0"/>
            <a:t> </a:t>
          </a:r>
          <a:r>
            <a:rPr lang="en-ID" sz="2000" kern="1200" dirty="0" err="1"/>
            <a:t>pemecahannya</a:t>
          </a:r>
          <a:endParaRPr lang="en-US" sz="2000" kern="1200" dirty="0"/>
        </a:p>
      </dsp:txBody>
      <dsp:txXfrm>
        <a:off x="5146089" y="506085"/>
        <a:ext cx="2337792" cy="1402675"/>
      </dsp:txXfrm>
    </dsp:sp>
    <dsp:sp modelId="{7FF1E933-D5B8-2F4E-9F6E-28400EC81BA4}">
      <dsp:nvSpPr>
        <dsp:cNvPr id="0" name=""/>
        <dsp:cNvSpPr/>
      </dsp:nvSpPr>
      <dsp:spPr>
        <a:xfrm>
          <a:off x="7717661" y="506085"/>
          <a:ext cx="2337792" cy="1402675"/>
        </a:xfrm>
        <a:prstGeom prst="rect">
          <a:avLst/>
        </a:prstGeom>
        <a:solidFill>
          <a:schemeClr val="accent4">
            <a:hueOff val="10211516"/>
            <a:satOff val="-11993"/>
            <a:lumOff val="4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 dirty="0" err="1"/>
            <a:t>Belajar</a:t>
          </a:r>
          <a:r>
            <a:rPr lang="en-ID" sz="2000" kern="1200" dirty="0"/>
            <a:t> </a:t>
          </a:r>
          <a:r>
            <a:rPr lang="en-ID" sz="2000" kern="1200" dirty="0" err="1"/>
            <a:t>dari</a:t>
          </a:r>
          <a:r>
            <a:rPr lang="en-ID" sz="2000" kern="1200" dirty="0"/>
            <a:t> </a:t>
          </a:r>
          <a:r>
            <a:rPr lang="en-ID" sz="2000" kern="1200" dirty="0" err="1"/>
            <a:t>pengalaman</a:t>
          </a:r>
          <a:r>
            <a:rPr lang="en-ID" sz="2000" kern="1200" dirty="0"/>
            <a:t> </a:t>
          </a:r>
          <a:endParaRPr lang="en-US" sz="2000" kern="1200" dirty="0"/>
        </a:p>
      </dsp:txBody>
      <dsp:txXfrm>
        <a:off x="7717661" y="506085"/>
        <a:ext cx="2337792" cy="1402675"/>
      </dsp:txXfrm>
    </dsp:sp>
    <dsp:sp modelId="{291E94A4-C25A-554B-A20C-67FEE1860716}">
      <dsp:nvSpPr>
        <dsp:cNvPr id="0" name=""/>
        <dsp:cNvSpPr/>
      </dsp:nvSpPr>
      <dsp:spPr>
        <a:xfrm>
          <a:off x="1288732" y="2142539"/>
          <a:ext cx="2337792" cy="1402675"/>
        </a:xfrm>
        <a:prstGeom prst="rect">
          <a:avLst/>
        </a:prstGeom>
        <a:solidFill>
          <a:schemeClr val="accent4">
            <a:hueOff val="13615356"/>
            <a:satOff val="-15991"/>
            <a:lumOff val="61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 dirty="0" err="1"/>
            <a:t>Merestrukturisasi</a:t>
          </a:r>
          <a:r>
            <a:rPr lang="en-ID" sz="2000" kern="1200" dirty="0"/>
            <a:t> </a:t>
          </a:r>
          <a:r>
            <a:rPr lang="en-ID" sz="2000" kern="1200" dirty="0" err="1"/>
            <a:t>pengetahuan</a:t>
          </a:r>
          <a:r>
            <a:rPr lang="en-ID" sz="2000" kern="1200" dirty="0"/>
            <a:t> </a:t>
          </a:r>
          <a:endParaRPr lang="en-US" sz="2000" kern="1200" dirty="0"/>
        </a:p>
      </dsp:txBody>
      <dsp:txXfrm>
        <a:off x="1288732" y="2142539"/>
        <a:ext cx="2337792" cy="1402675"/>
      </dsp:txXfrm>
    </dsp:sp>
    <dsp:sp modelId="{C66323FE-FC55-F748-92D1-BAEC14221DE0}">
      <dsp:nvSpPr>
        <dsp:cNvPr id="0" name=""/>
        <dsp:cNvSpPr/>
      </dsp:nvSpPr>
      <dsp:spPr>
        <a:xfrm>
          <a:off x="3860303" y="2142539"/>
          <a:ext cx="2337792" cy="1402675"/>
        </a:xfrm>
        <a:prstGeom prst="rect">
          <a:avLst/>
        </a:prstGeom>
        <a:solidFill>
          <a:schemeClr val="accent4">
            <a:hueOff val="17019194"/>
            <a:satOff val="-19988"/>
            <a:lumOff val="76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/>
            <a:t>Memecahkan aturan-aturan</a:t>
          </a:r>
          <a:endParaRPr lang="en-US" sz="2000" kern="1200"/>
        </a:p>
      </dsp:txBody>
      <dsp:txXfrm>
        <a:off x="3860303" y="2142539"/>
        <a:ext cx="2337792" cy="1402675"/>
      </dsp:txXfrm>
    </dsp:sp>
    <dsp:sp modelId="{F88CED2A-ABEB-F544-92E3-3ABF7000E400}">
      <dsp:nvSpPr>
        <dsp:cNvPr id="0" name=""/>
        <dsp:cNvSpPr/>
      </dsp:nvSpPr>
      <dsp:spPr>
        <a:xfrm>
          <a:off x="6431875" y="2142539"/>
          <a:ext cx="2337792" cy="1402675"/>
        </a:xfrm>
        <a:prstGeom prst="rect">
          <a:avLst/>
        </a:prstGeom>
        <a:solidFill>
          <a:schemeClr val="accent4">
            <a:hueOff val="20423033"/>
            <a:satOff val="-23986"/>
            <a:lumOff val="9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/>
            <a:t>Menentukan relevansi </a:t>
          </a:r>
          <a:endParaRPr lang="en-US" sz="2000" kern="1200" dirty="0"/>
        </a:p>
      </dsp:txBody>
      <dsp:txXfrm>
        <a:off x="6431875" y="2142539"/>
        <a:ext cx="2337792" cy="14026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A9D67-82F3-D246-8474-01F13B13341B}">
      <dsp:nvSpPr>
        <dsp:cNvPr id="0" name=""/>
        <dsp:cNvSpPr/>
      </dsp:nvSpPr>
      <dsp:spPr>
        <a:xfrm>
          <a:off x="2283" y="394176"/>
          <a:ext cx="3529202" cy="1411681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3100" kern="1200" dirty="0"/>
            <a:t>User Interface</a:t>
          </a:r>
          <a:endParaRPr lang="en-US" sz="3100" kern="1200" dirty="0"/>
        </a:p>
      </dsp:txBody>
      <dsp:txXfrm>
        <a:off x="708124" y="394176"/>
        <a:ext cx="2117521" cy="1411681"/>
      </dsp:txXfrm>
    </dsp:sp>
    <dsp:sp modelId="{CA716739-CFB3-814A-89FC-9B84B11799DF}">
      <dsp:nvSpPr>
        <dsp:cNvPr id="0" name=""/>
        <dsp:cNvSpPr/>
      </dsp:nvSpPr>
      <dsp:spPr>
        <a:xfrm>
          <a:off x="3072690" y="514169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800" kern="1200" dirty="0" err="1"/>
            <a:t>Interaksi</a:t>
          </a:r>
          <a:r>
            <a:rPr lang="en-ID" sz="1800" kern="1200" dirty="0"/>
            <a:t> </a:t>
          </a:r>
          <a:r>
            <a:rPr lang="en-ID" sz="1800" kern="1200" dirty="0" err="1"/>
            <a:t>dengan</a:t>
          </a:r>
          <a:r>
            <a:rPr lang="en-ID" sz="1800" kern="1200" dirty="0"/>
            <a:t> end-user </a:t>
          </a:r>
          <a:endParaRPr lang="en-US" sz="1800" kern="1200" dirty="0"/>
        </a:p>
      </dsp:txBody>
      <dsp:txXfrm>
        <a:off x="3658538" y="514169"/>
        <a:ext cx="1757543" cy="1171695"/>
      </dsp:txXfrm>
    </dsp:sp>
    <dsp:sp modelId="{49E52E2D-FAD2-DD46-87A1-4B9B4725441F}">
      <dsp:nvSpPr>
        <dsp:cNvPr id="0" name=""/>
        <dsp:cNvSpPr/>
      </dsp:nvSpPr>
      <dsp:spPr>
        <a:xfrm>
          <a:off x="5591834" y="514169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-289603"/>
            <a:satOff val="-195"/>
            <a:lumOff val="-26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289603"/>
              <a:satOff val="-195"/>
              <a:lumOff val="-2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800" kern="1200" dirty="0" err="1"/>
            <a:t>Pengembangan</a:t>
          </a:r>
          <a:r>
            <a:rPr lang="en-ID" sz="1800" kern="1200" dirty="0"/>
            <a:t> </a:t>
          </a:r>
          <a:r>
            <a:rPr lang="en-ID" sz="1800" kern="1200" dirty="0" err="1"/>
            <a:t>dan</a:t>
          </a:r>
          <a:r>
            <a:rPr lang="en-ID" sz="1800" kern="1200" dirty="0"/>
            <a:t> </a:t>
          </a:r>
          <a:r>
            <a:rPr lang="en-ID" sz="1800" kern="1200" dirty="0" err="1"/>
            <a:t>pemeliharaan</a:t>
          </a:r>
          <a:r>
            <a:rPr lang="en-ID" sz="1800" kern="1200" dirty="0"/>
            <a:t> </a:t>
          </a:r>
          <a:r>
            <a:rPr lang="en-ID" sz="1800" kern="1200" dirty="0" err="1"/>
            <a:t>sistem</a:t>
          </a:r>
          <a:endParaRPr lang="en-US" sz="1800" kern="1200" dirty="0"/>
        </a:p>
      </dsp:txBody>
      <dsp:txXfrm>
        <a:off x="6177682" y="514169"/>
        <a:ext cx="1757543" cy="1171695"/>
      </dsp:txXfrm>
    </dsp:sp>
    <dsp:sp modelId="{B6DE397E-DADA-644F-89D5-C326B2647A4B}">
      <dsp:nvSpPr>
        <dsp:cNvPr id="0" name=""/>
        <dsp:cNvSpPr/>
      </dsp:nvSpPr>
      <dsp:spPr>
        <a:xfrm>
          <a:off x="2283" y="2003492"/>
          <a:ext cx="3529202" cy="1411681"/>
        </a:xfrm>
        <a:prstGeom prst="chevron">
          <a:avLst/>
        </a:prstGeom>
        <a:solidFill>
          <a:schemeClr val="accent3">
            <a:hueOff val="-707096"/>
            <a:satOff val="3212"/>
            <a:lumOff val="-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3100" kern="1200" dirty="0"/>
            <a:t>Knowledge Base</a:t>
          </a:r>
          <a:endParaRPr lang="en-US" sz="3100" kern="1200" dirty="0"/>
        </a:p>
      </dsp:txBody>
      <dsp:txXfrm>
        <a:off x="708124" y="2003492"/>
        <a:ext cx="2117521" cy="1411681"/>
      </dsp:txXfrm>
    </dsp:sp>
    <dsp:sp modelId="{167DE906-07A6-D04C-BC33-0186A591B2A9}">
      <dsp:nvSpPr>
        <dsp:cNvPr id="0" name=""/>
        <dsp:cNvSpPr/>
      </dsp:nvSpPr>
      <dsp:spPr>
        <a:xfrm>
          <a:off x="3072690" y="2123485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-579206"/>
            <a:satOff val="-391"/>
            <a:lumOff val="-537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579206"/>
              <a:satOff val="-391"/>
              <a:lumOff val="-5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600" kern="1200" dirty="0" err="1"/>
            <a:t>Berisi</a:t>
          </a:r>
          <a:r>
            <a:rPr lang="en-ID" sz="1600" kern="1200" dirty="0"/>
            <a:t> </a:t>
          </a:r>
          <a:r>
            <a:rPr lang="en-ID" sz="1600" kern="1200" dirty="0" err="1"/>
            <a:t>informasi</a:t>
          </a:r>
          <a:r>
            <a:rPr lang="en-ID" sz="1600" kern="1200" dirty="0"/>
            <a:t> </a:t>
          </a:r>
          <a:r>
            <a:rPr lang="en-ID" sz="1600" kern="1200" dirty="0" err="1"/>
            <a:t>penting</a:t>
          </a:r>
          <a:r>
            <a:rPr lang="en-ID" sz="1600" kern="1200" dirty="0"/>
            <a:t> </a:t>
          </a:r>
          <a:r>
            <a:rPr lang="en-ID" sz="1600" kern="1200" dirty="0" err="1"/>
            <a:t>tentang</a:t>
          </a:r>
          <a:r>
            <a:rPr lang="en-ID" sz="1600" kern="1200" dirty="0"/>
            <a:t> domain </a:t>
          </a:r>
          <a:r>
            <a:rPr lang="en-ID" sz="1600" kern="1200" dirty="0" err="1"/>
            <a:t>permasalahan</a:t>
          </a:r>
          <a:r>
            <a:rPr lang="en-ID" sz="1600" kern="1200" dirty="0"/>
            <a:t> </a:t>
          </a:r>
          <a:endParaRPr lang="en-US" sz="1600" kern="1200" dirty="0"/>
        </a:p>
      </dsp:txBody>
      <dsp:txXfrm>
        <a:off x="3658538" y="2123485"/>
        <a:ext cx="1757543" cy="1171695"/>
      </dsp:txXfrm>
    </dsp:sp>
    <dsp:sp modelId="{757927BB-AC9E-E348-B2F3-701AAC3D2608}">
      <dsp:nvSpPr>
        <dsp:cNvPr id="0" name=""/>
        <dsp:cNvSpPr/>
      </dsp:nvSpPr>
      <dsp:spPr>
        <a:xfrm>
          <a:off x="5591834" y="2123485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-868808"/>
            <a:satOff val="-586"/>
            <a:lumOff val="-80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868808"/>
              <a:satOff val="-586"/>
              <a:lumOff val="-8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800" kern="1200" dirty="0" err="1"/>
            <a:t>Menyatakan</a:t>
          </a:r>
          <a:r>
            <a:rPr lang="en-ID" sz="1800" kern="1200" dirty="0"/>
            <a:t> </a:t>
          </a:r>
          <a:r>
            <a:rPr lang="en-ID" sz="1800" kern="1200" dirty="0" err="1"/>
            <a:t>fakta</a:t>
          </a:r>
          <a:r>
            <a:rPr lang="en-ID" sz="1800" kern="1200" dirty="0"/>
            <a:t> </a:t>
          </a:r>
          <a:r>
            <a:rPr lang="en-ID" sz="1800" kern="1200" dirty="0" err="1"/>
            <a:t>dan</a:t>
          </a:r>
          <a:r>
            <a:rPr lang="en-ID" sz="1800" kern="1200" dirty="0"/>
            <a:t> </a:t>
          </a:r>
          <a:r>
            <a:rPr lang="en-ID" sz="1800" kern="1200" dirty="0" err="1"/>
            <a:t>aturan</a:t>
          </a:r>
          <a:r>
            <a:rPr lang="en-ID" sz="1800" kern="1200" dirty="0"/>
            <a:t> </a:t>
          </a:r>
          <a:endParaRPr lang="en-US" sz="1800" kern="1200" dirty="0"/>
        </a:p>
      </dsp:txBody>
      <dsp:txXfrm>
        <a:off x="6177682" y="2123485"/>
        <a:ext cx="1757543" cy="1171695"/>
      </dsp:txXfrm>
    </dsp:sp>
    <dsp:sp modelId="{42E90D06-E02D-F349-98BD-9D725802A5CB}">
      <dsp:nvSpPr>
        <dsp:cNvPr id="0" name=""/>
        <dsp:cNvSpPr/>
      </dsp:nvSpPr>
      <dsp:spPr>
        <a:xfrm>
          <a:off x="2283" y="3612809"/>
          <a:ext cx="3529202" cy="1411681"/>
        </a:xfrm>
        <a:prstGeom prst="chevron">
          <a:avLst/>
        </a:prstGeom>
        <a:solidFill>
          <a:schemeClr val="accent3">
            <a:hueOff val="-1414192"/>
            <a:satOff val="6425"/>
            <a:lumOff val="-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3100" kern="1200" dirty="0"/>
            <a:t>Inference Engine </a:t>
          </a:r>
          <a:endParaRPr lang="en-US" sz="3100" kern="1200" dirty="0"/>
        </a:p>
      </dsp:txBody>
      <dsp:txXfrm>
        <a:off x="708124" y="3612809"/>
        <a:ext cx="2117521" cy="1411681"/>
      </dsp:txXfrm>
    </dsp:sp>
    <dsp:sp modelId="{AED34AB0-73A5-7F46-A567-61799C8B0267}">
      <dsp:nvSpPr>
        <dsp:cNvPr id="0" name=""/>
        <dsp:cNvSpPr/>
      </dsp:nvSpPr>
      <dsp:spPr>
        <a:xfrm>
          <a:off x="3072690" y="3732802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-1158411"/>
            <a:satOff val="-782"/>
            <a:lumOff val="-1074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1158411"/>
              <a:satOff val="-782"/>
              <a:lumOff val="-10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200" kern="1200" dirty="0" err="1"/>
            <a:t>Mekanisme</a:t>
          </a:r>
          <a:r>
            <a:rPr lang="en-ID" sz="1200" kern="1200" dirty="0"/>
            <a:t> </a:t>
          </a:r>
          <a:r>
            <a:rPr lang="en-ID" sz="1200" kern="1200" dirty="0" err="1"/>
            <a:t>untuk</a:t>
          </a:r>
          <a:r>
            <a:rPr lang="en-ID" sz="1200" kern="1200" dirty="0"/>
            <a:t> </a:t>
          </a:r>
          <a:r>
            <a:rPr lang="en-ID" sz="1200" kern="1200" dirty="0" err="1"/>
            <a:t>memunculkan</a:t>
          </a:r>
          <a:r>
            <a:rPr lang="en-ID" sz="1200" kern="1200" dirty="0"/>
            <a:t> </a:t>
          </a:r>
          <a:r>
            <a:rPr lang="en-ID" sz="1200" kern="1200" dirty="0" err="1"/>
            <a:t>pengetahuan</a:t>
          </a:r>
          <a:r>
            <a:rPr lang="en-ID" sz="1200" kern="1200" dirty="0"/>
            <a:t> </a:t>
          </a:r>
          <a:r>
            <a:rPr lang="en-ID" sz="1200" kern="1200" dirty="0" err="1"/>
            <a:t>baru</a:t>
          </a:r>
          <a:r>
            <a:rPr lang="en-ID" sz="1200" kern="1200" dirty="0"/>
            <a:t> </a:t>
          </a:r>
          <a:r>
            <a:rPr lang="en-ID" sz="1200" kern="1200" dirty="0" err="1"/>
            <a:t>dari</a:t>
          </a:r>
          <a:r>
            <a:rPr lang="en-ID" sz="1200" kern="1200" dirty="0"/>
            <a:t> </a:t>
          </a:r>
          <a:r>
            <a:rPr lang="en-ID" sz="1200" kern="1200" dirty="0" err="1"/>
            <a:t>pengetahuan</a:t>
          </a:r>
          <a:r>
            <a:rPr lang="en-ID" sz="1200" kern="1200" dirty="0"/>
            <a:t> </a:t>
          </a:r>
          <a:r>
            <a:rPr lang="en-ID" sz="1200" kern="1200" dirty="0" err="1"/>
            <a:t>sistem</a:t>
          </a:r>
          <a:r>
            <a:rPr lang="en-ID" sz="1200" kern="1200" dirty="0"/>
            <a:t> </a:t>
          </a:r>
          <a:r>
            <a:rPr lang="en-ID" sz="1200" kern="1200" dirty="0" err="1"/>
            <a:t>dan</a:t>
          </a:r>
          <a:r>
            <a:rPr lang="en-ID" sz="1200" kern="1200" dirty="0"/>
            <a:t> </a:t>
          </a:r>
          <a:r>
            <a:rPr lang="en-ID" sz="1200" kern="1200" dirty="0" err="1"/>
            <a:t>informasi</a:t>
          </a:r>
          <a:r>
            <a:rPr lang="en-ID" sz="1200" kern="1200" dirty="0"/>
            <a:t> yang </a:t>
          </a:r>
          <a:r>
            <a:rPr lang="en-ID" sz="1200" kern="1200" dirty="0" err="1"/>
            <a:t>diberikan</a:t>
          </a:r>
          <a:r>
            <a:rPr lang="en-ID" sz="1200" kern="1200" dirty="0"/>
            <a:t> </a:t>
          </a:r>
          <a:r>
            <a:rPr lang="en-ID" sz="1200" kern="1200" dirty="0" err="1"/>
            <a:t>oleh</a:t>
          </a:r>
          <a:r>
            <a:rPr lang="en-ID" sz="1200" kern="1200" dirty="0"/>
            <a:t> user </a:t>
          </a:r>
          <a:endParaRPr lang="en-US" sz="1200" kern="1200" dirty="0"/>
        </a:p>
      </dsp:txBody>
      <dsp:txXfrm>
        <a:off x="3658538" y="3732802"/>
        <a:ext cx="1757543" cy="1171695"/>
      </dsp:txXfrm>
    </dsp:sp>
    <dsp:sp modelId="{B126135B-326B-C444-BEE7-6F1BE08C5B6F}">
      <dsp:nvSpPr>
        <dsp:cNvPr id="0" name=""/>
        <dsp:cNvSpPr/>
      </dsp:nvSpPr>
      <dsp:spPr>
        <a:xfrm>
          <a:off x="5591834" y="3732802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-1448014"/>
            <a:satOff val="-977"/>
            <a:lumOff val="-134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1448014"/>
              <a:satOff val="-977"/>
              <a:lumOff val="-1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300" kern="1200" dirty="0" err="1"/>
            <a:t>Berdasarkan</a:t>
          </a:r>
          <a:r>
            <a:rPr lang="en-ID" sz="2300" kern="1200" dirty="0"/>
            <a:t> </a:t>
          </a:r>
          <a:r>
            <a:rPr lang="en-ID" sz="2300" kern="1200" dirty="0" err="1"/>
            <a:t>penggunaan</a:t>
          </a:r>
          <a:r>
            <a:rPr lang="en-ID" sz="2300" kern="1200" dirty="0"/>
            <a:t> </a:t>
          </a:r>
          <a:r>
            <a:rPr lang="en-ID" sz="2300" kern="1200" dirty="0" err="1"/>
            <a:t>aturan</a:t>
          </a:r>
          <a:r>
            <a:rPr lang="en-ID" sz="2300" kern="1200" dirty="0"/>
            <a:t> </a:t>
          </a:r>
          <a:endParaRPr lang="en-US" sz="2300" kern="1200" dirty="0"/>
        </a:p>
      </dsp:txBody>
      <dsp:txXfrm>
        <a:off x="6177682" y="3732802"/>
        <a:ext cx="1757543" cy="11716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FBB84-E583-B94F-B3C7-E4C51358AC9B}">
      <dsp:nvSpPr>
        <dsp:cNvPr id="0" name=""/>
        <dsp:cNvSpPr/>
      </dsp:nvSpPr>
      <dsp:spPr>
        <a:xfrm>
          <a:off x="-4546351" y="-702223"/>
          <a:ext cx="5455747" cy="5455747"/>
        </a:xfrm>
        <a:prstGeom prst="blockArc">
          <a:avLst>
            <a:gd name="adj1" fmla="val 18900000"/>
            <a:gd name="adj2" fmla="val 2700000"/>
            <a:gd name="adj3" fmla="val 396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2A377F-9400-9545-8D5B-817BE71AC69E}">
      <dsp:nvSpPr>
        <dsp:cNvPr id="0" name=""/>
        <dsp:cNvSpPr/>
      </dsp:nvSpPr>
      <dsp:spPr>
        <a:xfrm>
          <a:off x="744730" y="578768"/>
          <a:ext cx="9292299" cy="11573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667" tIns="63500" rIns="63500" bIns="6350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500" kern="1200" dirty="0"/>
            <a:t>Input expert system</a:t>
          </a:r>
          <a:br>
            <a:rPr lang="en-ID" sz="2500" kern="1200" dirty="0"/>
          </a:br>
          <a:r>
            <a:rPr lang="en-ID" sz="2500" kern="1200" dirty="0"/>
            <a:t>Input </a:t>
          </a:r>
          <a:r>
            <a:rPr lang="en-ID" sz="2500" kern="1200" dirty="0" err="1"/>
            <a:t>dapat</a:t>
          </a:r>
          <a:r>
            <a:rPr lang="en-ID" sz="2500" kern="1200" dirty="0"/>
            <a:t> </a:t>
          </a:r>
          <a:r>
            <a:rPr lang="en-ID" sz="2500" kern="1200" dirty="0" err="1"/>
            <a:t>berbentuk</a:t>
          </a:r>
          <a:r>
            <a:rPr lang="en-ID" sz="2500" kern="1200" dirty="0"/>
            <a:t> menu, </a:t>
          </a:r>
          <a:r>
            <a:rPr lang="en-ID" sz="2500" kern="1200" dirty="0" err="1"/>
            <a:t>perintah</a:t>
          </a:r>
          <a:r>
            <a:rPr lang="en-ID" sz="2500" kern="1200" dirty="0"/>
            <a:t> (command), </a:t>
          </a:r>
          <a:r>
            <a:rPr lang="en-ID" sz="2500" kern="1200" dirty="0" err="1"/>
            <a:t>bahasa</a:t>
          </a:r>
          <a:r>
            <a:rPr lang="en-ID" sz="2500" kern="1200" dirty="0"/>
            <a:t> </a:t>
          </a:r>
          <a:r>
            <a:rPr lang="en-ID" sz="2500" kern="1200" dirty="0" err="1"/>
            <a:t>alamiah</a:t>
          </a:r>
          <a:r>
            <a:rPr lang="en-ID" sz="2500" kern="1200" dirty="0"/>
            <a:t>, dialog box </a:t>
          </a:r>
        </a:p>
      </dsp:txBody>
      <dsp:txXfrm>
        <a:off x="744730" y="578768"/>
        <a:ext cx="9292299" cy="1157375"/>
      </dsp:txXfrm>
    </dsp:sp>
    <dsp:sp modelId="{63362DA1-7924-254C-BD2D-541DD96FB44A}">
      <dsp:nvSpPr>
        <dsp:cNvPr id="0" name=""/>
        <dsp:cNvSpPr/>
      </dsp:nvSpPr>
      <dsp:spPr>
        <a:xfrm>
          <a:off x="21370" y="434096"/>
          <a:ext cx="1446719" cy="14467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4DFE9-5710-7649-9DF8-1331215416A8}">
      <dsp:nvSpPr>
        <dsp:cNvPr id="0" name=""/>
        <dsp:cNvSpPr/>
      </dsp:nvSpPr>
      <dsp:spPr>
        <a:xfrm>
          <a:off x="744730" y="2315155"/>
          <a:ext cx="9292299" cy="11573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667" tIns="63500" rIns="63500" bIns="6350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500" kern="1200" dirty="0"/>
            <a:t>Output expert system</a:t>
          </a:r>
          <a:br>
            <a:rPr lang="en-ID" sz="2500" kern="1200" dirty="0"/>
          </a:br>
          <a:r>
            <a:rPr lang="en-ID" sz="2500" kern="1200" dirty="0"/>
            <a:t></a:t>
          </a:r>
          <a:r>
            <a:rPr lang="en-ID" sz="2500" kern="1200" dirty="0" err="1"/>
            <a:t>Penjelasan</a:t>
          </a:r>
          <a:r>
            <a:rPr lang="en-ID" sz="2500" kern="1200" dirty="0"/>
            <a:t> </a:t>
          </a:r>
          <a:r>
            <a:rPr lang="en-ID" sz="2500" kern="1200" dirty="0" err="1"/>
            <a:t>dari</a:t>
          </a:r>
          <a:r>
            <a:rPr lang="en-ID" sz="2500" kern="1200" dirty="0"/>
            <a:t> </a:t>
          </a:r>
          <a:r>
            <a:rPr lang="en-ID" sz="2500" kern="1200" dirty="0" err="1"/>
            <a:t>pertanyaan</a:t>
          </a:r>
          <a:r>
            <a:rPr lang="en-ID" sz="2500" kern="1200" dirty="0"/>
            <a:t> </a:t>
          </a:r>
          <a:r>
            <a:rPr lang="en-ID" sz="2500" kern="1200" dirty="0" err="1"/>
            <a:t>Penjelasan</a:t>
          </a:r>
          <a:r>
            <a:rPr lang="en-ID" sz="2500" kern="1200" dirty="0"/>
            <a:t> </a:t>
          </a:r>
          <a:r>
            <a:rPr lang="en-ID" sz="2500" kern="1200" dirty="0" err="1"/>
            <a:t>dari</a:t>
          </a:r>
          <a:r>
            <a:rPr lang="en-ID" sz="2500" kern="1200" dirty="0"/>
            <a:t> </a:t>
          </a:r>
          <a:r>
            <a:rPr lang="en-ID" sz="2500" kern="1200" dirty="0" err="1"/>
            <a:t>penyelesaian</a:t>
          </a:r>
          <a:r>
            <a:rPr lang="en-ID" sz="2500" kern="1200" dirty="0"/>
            <a:t> </a:t>
          </a:r>
          <a:r>
            <a:rPr lang="en-ID" sz="2500" kern="1200" dirty="0" err="1"/>
            <a:t>masalah</a:t>
          </a:r>
          <a:r>
            <a:rPr lang="en-ID" sz="2500" kern="1200" dirty="0"/>
            <a:t> </a:t>
          </a:r>
          <a:endParaRPr lang="en-US" sz="2500" kern="1200" dirty="0"/>
        </a:p>
      </dsp:txBody>
      <dsp:txXfrm>
        <a:off x="744730" y="2315155"/>
        <a:ext cx="9292299" cy="1157375"/>
      </dsp:txXfrm>
    </dsp:sp>
    <dsp:sp modelId="{C2B81906-331A-A740-B6C6-975BFF27DE79}">
      <dsp:nvSpPr>
        <dsp:cNvPr id="0" name=""/>
        <dsp:cNvSpPr/>
      </dsp:nvSpPr>
      <dsp:spPr>
        <a:xfrm>
          <a:off x="21370" y="2170483"/>
          <a:ext cx="1446719" cy="14467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9DC8A-D621-DB44-B438-0BCE8C215329}">
      <dsp:nvSpPr>
        <dsp:cNvPr id="0" name=""/>
        <dsp:cNvSpPr/>
      </dsp:nvSpPr>
      <dsp:spPr>
        <a:xfrm>
          <a:off x="-6125176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5519E3-9D53-F14A-ABFE-1989A5782EE7}">
      <dsp:nvSpPr>
        <dsp:cNvPr id="0" name=""/>
        <dsp:cNvSpPr/>
      </dsp:nvSpPr>
      <dsp:spPr>
        <a:xfrm>
          <a:off x="752110" y="541866"/>
          <a:ext cx="7301111" cy="10837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58420" rIns="58420" bIns="5842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300" kern="1200" dirty="0"/>
            <a:t>Program </a:t>
          </a:r>
          <a:r>
            <a:rPr lang="en-ID" sz="2300" kern="1200" dirty="0" err="1"/>
            <a:t>konvensional</a:t>
          </a:r>
          <a:r>
            <a:rPr lang="en-ID" sz="2300" kern="1200" dirty="0"/>
            <a:t> </a:t>
          </a:r>
          <a:r>
            <a:rPr lang="en-ID" sz="2300" kern="1200" dirty="0" err="1"/>
            <a:t>lebih</a:t>
          </a:r>
          <a:r>
            <a:rPr lang="en-ID" sz="2300" kern="1200" dirty="0"/>
            <a:t> </a:t>
          </a:r>
          <a:r>
            <a:rPr lang="en-ID" sz="2300" kern="1200" dirty="0" err="1"/>
            <a:t>efisien</a:t>
          </a:r>
          <a:endParaRPr lang="en-US" sz="2300" kern="1200" dirty="0"/>
        </a:p>
      </dsp:txBody>
      <dsp:txXfrm>
        <a:off x="752110" y="541866"/>
        <a:ext cx="7301111" cy="1083733"/>
      </dsp:txXfrm>
    </dsp:sp>
    <dsp:sp modelId="{C6577891-A9B5-7642-9CCA-8A42FAF56A42}">
      <dsp:nvSpPr>
        <dsp:cNvPr id="0" name=""/>
        <dsp:cNvSpPr/>
      </dsp:nvSpPr>
      <dsp:spPr>
        <a:xfrm>
          <a:off x="74777" y="4064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DBF3F5-90A7-2748-81A8-D6109B328F3F}">
      <dsp:nvSpPr>
        <dsp:cNvPr id="0" name=""/>
        <dsp:cNvSpPr/>
      </dsp:nvSpPr>
      <dsp:spPr>
        <a:xfrm>
          <a:off x="1146048" y="2167466"/>
          <a:ext cx="6907174" cy="10837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58420" rIns="58420" bIns="5842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300" kern="1200" dirty="0" err="1"/>
            <a:t>Tantangan</a:t>
          </a:r>
          <a:r>
            <a:rPr lang="en-ID" sz="2300" kern="1200" dirty="0"/>
            <a:t> </a:t>
          </a:r>
          <a:r>
            <a:rPr lang="en-ID" sz="2300" kern="1200" dirty="0" err="1"/>
            <a:t>utamanya</a:t>
          </a:r>
          <a:r>
            <a:rPr lang="en-ID" sz="2300" kern="1200" dirty="0"/>
            <a:t> </a:t>
          </a:r>
          <a:r>
            <a:rPr lang="en-ID" sz="2300" kern="1200" dirty="0" err="1"/>
            <a:t>komputasi</a:t>
          </a:r>
          <a:r>
            <a:rPr lang="en-ID" sz="2300" kern="1200" dirty="0"/>
            <a:t>, </a:t>
          </a:r>
          <a:r>
            <a:rPr lang="en-ID" sz="2300" kern="1200" dirty="0" err="1"/>
            <a:t>bukan</a:t>
          </a:r>
          <a:r>
            <a:rPr lang="en-ID" sz="2300" kern="1200" dirty="0"/>
            <a:t> </a:t>
          </a:r>
          <a:r>
            <a:rPr lang="en-ID" sz="2300" kern="1200" dirty="0" err="1"/>
            <a:t>pengetahuan</a:t>
          </a:r>
          <a:r>
            <a:rPr lang="en-ID" sz="2300" kern="1200" dirty="0"/>
            <a:t> </a:t>
          </a:r>
          <a:r>
            <a:rPr lang="en-ID" sz="2300" kern="1200" dirty="0" err="1"/>
            <a:t>Pengetahuan</a:t>
          </a:r>
          <a:r>
            <a:rPr lang="en-ID" sz="2300" kern="1200" dirty="0"/>
            <a:t> </a:t>
          </a:r>
          <a:r>
            <a:rPr lang="en-ID" sz="2300" kern="1200" dirty="0" err="1"/>
            <a:t>tidak</a:t>
          </a:r>
          <a:r>
            <a:rPr lang="en-ID" sz="2300" kern="1200" dirty="0"/>
            <a:t> </a:t>
          </a:r>
          <a:r>
            <a:rPr lang="en-ID" sz="2300" kern="1200" dirty="0" err="1"/>
            <a:t>bisa</a:t>
          </a:r>
          <a:r>
            <a:rPr lang="en-ID" sz="2300" kern="1200" dirty="0"/>
            <a:t> </a:t>
          </a:r>
          <a:r>
            <a:rPr lang="en-ID" sz="2300" kern="1200" dirty="0" err="1"/>
            <a:t>didapatkan</a:t>
          </a:r>
          <a:r>
            <a:rPr lang="en-ID" sz="2300" kern="1200" dirty="0"/>
            <a:t> </a:t>
          </a:r>
          <a:r>
            <a:rPr lang="en-ID" sz="2300" kern="1200" dirty="0" err="1"/>
            <a:t>dengan</a:t>
          </a:r>
          <a:r>
            <a:rPr lang="en-ID" sz="2300" kern="1200" dirty="0"/>
            <a:t> </a:t>
          </a:r>
          <a:r>
            <a:rPr lang="en-ID" sz="2300" kern="1200" dirty="0" err="1"/>
            <a:t>mudah</a:t>
          </a:r>
          <a:r>
            <a:rPr lang="en-ID" sz="2300" kern="1200" dirty="0"/>
            <a:t> </a:t>
          </a:r>
          <a:endParaRPr lang="en-US" sz="2300" kern="1200" dirty="0"/>
        </a:p>
      </dsp:txBody>
      <dsp:txXfrm>
        <a:off x="1146048" y="2167466"/>
        <a:ext cx="6907174" cy="1083733"/>
      </dsp:txXfrm>
    </dsp:sp>
    <dsp:sp modelId="{1B61225F-7A22-AE47-A4D2-2F570A524208}">
      <dsp:nvSpPr>
        <dsp:cNvPr id="0" name=""/>
        <dsp:cNvSpPr/>
      </dsp:nvSpPr>
      <dsp:spPr>
        <a:xfrm>
          <a:off x="468714" y="20320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F3E77-A74A-274E-A3E1-67D9A40E4D08}">
      <dsp:nvSpPr>
        <dsp:cNvPr id="0" name=""/>
        <dsp:cNvSpPr/>
      </dsp:nvSpPr>
      <dsp:spPr>
        <a:xfrm>
          <a:off x="752110" y="3793066"/>
          <a:ext cx="7301111" cy="10837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58420" rIns="58420" bIns="5842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300" kern="1200" dirty="0" err="1"/>
            <a:t>Pengguna</a:t>
          </a:r>
          <a:r>
            <a:rPr lang="en-ID" sz="2300" kern="1200" dirty="0"/>
            <a:t> </a:t>
          </a:r>
          <a:r>
            <a:rPr lang="en-ID" sz="2300" kern="1200" dirty="0" err="1"/>
            <a:t>mungkin</a:t>
          </a:r>
          <a:r>
            <a:rPr lang="en-ID" sz="2300" kern="1200" dirty="0"/>
            <a:t> </a:t>
          </a:r>
          <a:r>
            <a:rPr lang="en-ID" sz="2300" kern="1200" dirty="0" err="1"/>
            <a:t>enggan</a:t>
          </a:r>
          <a:r>
            <a:rPr lang="en-ID" sz="2300" kern="1200" dirty="0"/>
            <a:t> </a:t>
          </a:r>
          <a:r>
            <a:rPr lang="en-ID" sz="2300" kern="1200" dirty="0" err="1"/>
            <a:t>mengaplikasikan</a:t>
          </a:r>
          <a:r>
            <a:rPr lang="en-ID" sz="2300" kern="1200" dirty="0"/>
            <a:t> </a:t>
          </a:r>
          <a:r>
            <a:rPr lang="en-ID" sz="2300" kern="1200" dirty="0" err="1"/>
            <a:t>sistem</a:t>
          </a:r>
          <a:r>
            <a:rPr lang="en-ID" sz="2300" kern="1200" dirty="0"/>
            <a:t> </a:t>
          </a:r>
          <a:r>
            <a:rPr lang="en-ID" sz="2300" kern="1200" dirty="0" err="1"/>
            <a:t>pakar</a:t>
          </a:r>
          <a:r>
            <a:rPr lang="en-ID" sz="2300" kern="1200" dirty="0"/>
            <a:t> </a:t>
          </a:r>
          <a:r>
            <a:rPr lang="en-ID" sz="2300" kern="1200" dirty="0" err="1"/>
            <a:t>untuk</a:t>
          </a:r>
          <a:r>
            <a:rPr lang="en-ID" sz="2300" kern="1200" dirty="0"/>
            <a:t> task yang </a:t>
          </a:r>
          <a:r>
            <a:rPr lang="en-ID" sz="2300" kern="1200" dirty="0" err="1"/>
            <a:t>kritis</a:t>
          </a:r>
          <a:r>
            <a:rPr lang="en-ID" sz="2300" kern="1200" dirty="0"/>
            <a:t> </a:t>
          </a:r>
          <a:endParaRPr lang="en-US" sz="2300" kern="1200" dirty="0"/>
        </a:p>
      </dsp:txBody>
      <dsp:txXfrm>
        <a:off x="752110" y="3793066"/>
        <a:ext cx="7301111" cy="1083733"/>
      </dsp:txXfrm>
    </dsp:sp>
    <dsp:sp modelId="{CB4E09B6-0412-1648-A05F-1158C094718A}">
      <dsp:nvSpPr>
        <dsp:cNvPr id="0" name=""/>
        <dsp:cNvSpPr/>
      </dsp:nvSpPr>
      <dsp:spPr>
        <a:xfrm>
          <a:off x="74777" y="36576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5.52901" units="1/cm"/>
          <inkml:channelProperty channel="Y" name="resolution" value="65.45454" units="1/cm"/>
        </inkml:channelProperties>
      </inkml:inkSource>
      <inkml:timestamp xml:id="ts0" timeString="2023-07-12T12:10:17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23389 6897,'0'17,"18"36,-18-35,17 35,19 35,-19-70,-17 17,18 18,0-35,-1 17,1 18,0-18,-18-17,35 17,-18 18,-17-35,18 17,0-35,-18 35,17-35,-17 35,18-35,0 18,-1 0,1-18,-18 17,35-17,18 0,53-70,-18 17,0-18,36 1,17-36,-18-18,71-34,0 17,71-106,35 70,-265 124,406-229,-247 141,-159 106,248-212,-125 88,-140 141,211-123,-140 53,-72 88,107-106,-89 36,18 34,-53 1,18 17,-18 1,-18-1,0 18,1 18,17-1,-36-17,19 0</inkml:trace>
  <inkml:trace contextRef="#ctx0" brushRef="#br0" timeOffset="61073.8671">23178 16281</inkml:trace>
  <inkml:trace contextRef="#ctx0" brushRef="#br0" timeOffset="64644.0883">29669 8096,'17'18,"1"17,-18-17,18 17,-18-17,17-1,1 19,-1 17,-17-36,18 18,-18-17,18 17,-1-35,1 18,0 0,-1-18,1 17,-18 1,0 0,18-18,34 17,-34-17,17 0,-17-17,17-1,1-17,16 17,19-53,-36 36,18-18,53-53,-35 18,52-18,1-17,-19-1,19-17,-18 53,70-141,-88 105,53-34,-35 17,-35 52,-18 36,-18 18,-17 0,-1 0,1-18,-18 35,18 18,-36 0,0 35,-17 1</inkml:trace>
  <inkml:trace contextRef="#ctx0" brushRef="#br0" timeOffset="137716.1147">30445 9525,'0'18,"0"-1,0 19,17-19,1 1,0-18,-1 35,1-17,0-1,-1 19,18-19,-17 19,0-36,-18 35,17-18,1 1,0-18,-1 35,1-17,0 0,-1 17,-17-17,18-1,0-17,17 0,0 0,36-70,-18 34,-1-34,142-89,-70 0,52 36,-17-53,0-19,53 1,-18 0,-18-35,-17 17,-54 89,1-36,-35 71,35-35,-71 52,0 18,1 35,-19-17,-17 18,18-1,-36 36,1 17</inkml:trace>
  <inkml:trace contextRef="#ctx0" brushRef="#br0" timeOffset="197172.0041">16739 10213,'106'0,"-88"0,17 0,0-18,1 18,-19 0,1 0,0 0,-1 0,18 0,-17 0,0 0,17 0,-17 0,17 0,0 0,0 0,18 0,-17 0,17 0,-1 0,-16-17,17 17,17 0,-17 0,18 0,17 0,-18 0,19-36,-36 36,52 0,-16 0,16-17,-34 17,35 0,-18 0,-17-18,17 18,-18 0,-17 0,35 0,-17 0,17 0,-17 0,35 0,-36 0,1 0,35-18,-36 1,-17 17,0 0,0 0,35-18,18 18,0 0,17 0,-52 0,17 0,-18 0,19-35,-1 17,-18 18,19-17,-36-1,-1 0,-16 1,-1 17,36 0,-19 0,1 0,0 0,18-18,-18 18,0 0,-18 0,18-18,0 18,-18 0,36 0,-36 0,18 0,-18 0,0 0,-17 0,53 0,-36-17,0 17,18-18,0 18,0-35,-18 35,36 0,-1 0,-17 0,35 0,-35 0,0 0,35 0,-35 0,18 17,-1-17,-17 0,0 0,35 0,-35 0,18 0,17 0,-17 0,17 0,-18 0,1 0,-18 0,0 0,17 0,1 0,-36 0,0 0,54 18,-36 0,0-18,-1 0,19 0,-18 0,17 17,1-17,-18 0,18 18,-1-18,1 18,-1-1,-17-17,-18 0,1 0,17 0,-18 18,18-18,-18 0,0 0,1 0,16 18,1-18,-17 0,34 35,-52-35,52 0,1 0,-18 0,-18 0,36 18,-54-18,54 0,-36 17,36-17,-36 18,18-18,-18 0,1 17,-1-17,35 0,-52 0,35 18,17-18,-34 0,17 0,0 0,17 0,-17 0,-18 0,36-18,-36 18,0 0,36 0,-18 0,-18 0,0 0,-17 0,35 18,0-18,-18 18,18-18,-18 0,18 17,-17-17,17 0,17 18,1-18,17 18,18-18,-36 0,36 0,35 0,53 0,18 0,0 0,34 0,37 0,-1-18,0 0,0-17,-141 35,-52 0,-36 0,-18 0,-18 0,-17 18,-17-1,-54 72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5.52901" units="1/cm"/>
          <inkml:channelProperty channel="Y" name="resolution" value="65.45454" units="1/cm"/>
        </inkml:channelProperties>
      </inkml:inkSource>
      <inkml:timestamp xml:id="ts0" timeString="2023-07-12T12:19:58.48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20708 8678,'-35'-17,"-18"-1,0 0,18-17,-36 17,71 1,-35-1,0 18,17 0,-70-17,-71-1,53-17,-53 17,18 18,-35-35,-18 17,-18 18,36-18,70-17,-53 35,106 0,-53 0,1 0,-1 0,18 0,-18 0,0 18,0-18,-17 17,17-17,-18 18,71-18,-52 53,16-53,19 35,35-17,-36 17,53-17,1-1,-1 1,0 0,-17 17,0-35,35 18,-35-1,17 19,-17-19,17 19,-17-19,17 18,-17-17,17 17,-17-17,17 17,-17 1,35-19,-35 18,17-17,18 0,-18-1,1 1,17 0,-18 17,18-17,0 17,18-35,-1 0,1 0,0 18,-18-1,35 1,36 17,-18-17,-18-1,0 19,0-19,1 1,-1 0,35 17,-70-18,36 1,-1 0,-17-18,17 17,0-17,-17 18,35 17,-18-17,-17-18,-1 18,1-1,35 1,0-1,-18 1,18 17,18 1,-19-1,-34-17,17-18,18 17,-17 18,16-17,-16 0,-19-1,36-17,18 18,-1 0,19-18,16 17,-34 19,52-19,-17-17,35 0,1 0,52 18,-18-18,0 53,1-53,17 35,-88-35,-18 18,-35-18,17 0,1 0,35 0,-36 0,36 0,-53-18,53 18,17 0,18 0,-35 0,0 0,53-35,-18 35,-71-18,19 1,-1-36,0 35,-35 0,0 1,0-1,35-17,-70-1,17 1,0 35,0-17,1-1,17-17,-71 35,71-36,0 19,-36-1,1 0,-18 1,0-1,0 1,0-1,0 0,0 1,-18-1,1 0,-1 18,1 0,-1-35,-35 17,18-17,17 18,-17-1,0-17,17 17,-17 0,-18-17,17 17,1-34,18 52,-19-36,19 19,-19-1,19 0,17 1,-36-1,1 0,17 18,1-17,-36-19,-35 1,52 18,19-1,-18 0,35 1,-36-1,-17 0,53 1,-35-1,53 18,-89-18,53 1,1 17,-1-18,-35 1,0-1,0-17,1 35,-1-36,35 36,-17 0,-1 0,19 0,-36 0,18-17,-1 17,1-18,-18 18,18-18,0 1,-1 17,1-18,17 0,-17 18,17 0,1 0</inkml:trace>
  <inkml:trace contextRef="#ctx0" brushRef="#br0" timeOffset="4232.199">17833 8714,'0'35,"0"0,18 0,-18 36,0-53,0 17,17 0,-17 0,0-17,0 17,0 1,0-1,0-17,0-1,0 1,0 17,0 0,0 1,0-1,0-17,0-1,18-17,-18 18,0 17,0-17,0-1,0 1,17 0,-17-1,0-34,0-1,36 0,-36 1,17 17,-17-18,0 1,18 17,0-36,-1 19,1-36,17 0,1 18,-19-18,1 17,-1 1,19 0,-19 17,1-17,0 0,17 17,-17-17,17-1,-18 19,1-19,17 19,-35-1,18 1,-18-1,0 0,18 18,-18-17,0-1,0 36,-18-18,0 17,1 19,-1-1,0 0,1-17,17 17,-18-17,1 17,-1-35,0 35,18-17,-35 17,35 0,-18 1,1 17,-1-18,0-17,18-1,-17-17,17 18,-18-1,1 1,-1 17,0-17,18 17,0-17,36-18,-19 0,36 0,18 0,17 0,35 35,1-35,-71 18,0-18,-18 0,-18 0,1 0,0 17</inkml:trace>
  <inkml:trace contextRef="#ctx0" brushRef="#br0" timeOffset="7971.9158">19085 8872,'0'18,"0"0,0 17,0 0,0-17,0 17,0-17,0 17,0-17,0-1,0 19,18-1,-18 0,0-17,0 17,0-17,0-1,0 1,0 0,0 17,0-17,18-1,-18 1,0-1,17 1,-17 0,0-1,0-34,0-1,0 0,0 1,0-1,0-17,0 17,0-35,0 0,-17 1,17-19,0 0,-18 18,18-17,0 17,0-18,0 54,0-36,0-18,0 54,0-19,18 36,-1-17,-17 34,0 1,0 0,0-1,18 1,-18 0,0-1,17 1,-17 0,18 17,0-18,-18 19,17-36,1 17,-18 1,35 17,-35-17,0 0,18-1,17 1,-17-1,0-17,17 0,-18 0,-17-17,0-1,18 1,-18-1,18 0,-1 18,-17-17,0-1,18 0,0-17,-1 17,-17 1,18 17,0-18,-1-17,18 17,-35 1,18-1,0 18,-1 0,-17 35,0-17,0 0,18-1,-18 18,0-17,0 17,0 1,0-1,0 0,0 0,0-17,18 17,-18 1,0-1,0-17,0-1,0 1,0 0,0-1,0 1,17-18,-17 17,0 1,0 0,0-1,0 1,0 0</inkml:trace>
  <inkml:trace contextRef="#ctx0" brushRef="#br0" timeOffset="10650.2567">20567 8714,'-18'0,"1"0,-1 0,0 0,1 0,-1 0,0 0,-17 0,18 0,-1 17,0-17,1 18,-1-18,0 18,1-18,-36 17,35 18,1-35,-19 18,19 17,-1-17,0-18,1 18,-1-1,-17 1,17 0,18-1,-18 1,18-1,-17 1,-1 0,18-1,-17-17,17 18,-18 0,18-1,0 1,0 0,18-18,-1 17,1-17,-1 0,19 0,-1 0,-17 0,17 0,18 0,-18 0,-17 0,17 0,-17 0,35 0,-36 0,19 0,-1 0,0 0,-17 0,-1-17,19 17,-19 0,1 0,0 0,-1 0,1 0,0 0,-18 17,-18-17,-17 36,35-19,-36 36,-17-18,36-17,-19 0,19 17,-18 0,17-17,-17 17,17-17,0 17,1-17,17-1,-18-17,0 18,18 0,-17-1,17 1,0-1</inkml:trace>
  <inkml:trace contextRef="#ctx0" brushRef="#br0" timeOffset="14272.3354">19614 8043,'0'-17,"0"-1,18-17,-18 0,35-18,-17 17,0 1,-18-18,35 18,-35 0,35-18,-17 17,17-52,0 35,18-17,0 17,0-18,0 18,18-17,-36 34,35-16,-17-19,0 36,0-18,-18 18,1-18,-1 17,18-17,35 1,-17-37,35 1,-71 18,53 17,0 0,0-18,1 36,-54 17,0-17,0 17,-17 18,0-17,-1-1,36-17,-17 17,-36 0,17 1,1-1,17 1,-17-1,-1 0,1 1,35-36,-18 17,0 1,1 18,-1-19,-17 19,-1-19,19 19,-19-1,36-17,-35 0,-1 17,1 18,35-53,-35 35,-1-17,1 35,0-18,-18 1,-18 17,0 0,1 0,-1 0,0 17,-17-17,17 0,1 0,-1 0,1 0,-1 0,0 0,1 0,34 0,1 0,0-17,-1 17,1 0,17 0,0 0,-17 0,0 0,-18 17,17 1,-17 0,0 17,0-17,0-1,0 1,0 0,0-1,0 1,0 17,0-17,0 17,0-17,0 17,0-17,0 17,0 0,0-17,0-1</inkml:trace>
  <inkml:trace contextRef="#ctx0" brushRef="#br0" timeOffset="19193.6099">22119 3951,'-17'0,"-1"-18,0 18,1 0,-1 0,-17 0,-1 0,19 0,-1 0,1 0,-1 0,-17 0,17 0,-17 0,17 0,0 0,-17 18,0 0,17-1,1 1,-1 0,0-1,1 19,17-19,35 1,0 0,-17-18,-18 17,53-17,17 18,-52-1,35-17,-18 18,-17-18,17 18,0-1,-17-17,17 0,-35 18,18-18,17 0,0 0,-35 18,0 17,18-35,-18 18,0 17,0-18,0 1,-35 17,35-17,-35 17,-1 1,19-19,-1-17,0 18,1 17,-1-17,0-1,-17 1,18 0,-1-1,-17 1,17-18,18 18,-18 17,1-35</inkml:trace>
  <inkml:trace contextRef="#ctx0" brushRef="#br0" timeOffset="25344.7603">22384 4180,'0'18,"0"0,0-1,0 1,0 17,0-17,0 17,0 0,0-17,0 0,0-1,0 1,0 0,0 17,0-17,0-1,0 1,0-1,0 1,0 0,0-1,0 1</inkml:trace>
  <inkml:trace contextRef="#ctx0" brushRef="#br0" timeOffset="27162.0926">22789 4180,'-35'0,"18"0,-1 18,18 0,0-1,0 1,0 0,18-18,-1 17,1-17,-1 0,19 18,-19-18,19 18,-19-18,19 0,-19 0,1 0,-1 0,1 0,-18 17,18 18,-18-17,0 0,0-1,-18 1,18 0,-18-18</inkml:trace>
  <inkml:trace contextRef="#ctx0" brushRef="#br0" timeOffset="29597.0958">23213 4022,'0'141,"0"-106,0 18,0 18,0-36,0-18,0 19,17-1,-17-17,0 17,0-17,0-1,0 1,0-1,0 1,0 0,18-1,35-17,-18 0,-17 0,17-17,-17-1,17 18,-17-18,-1 1,1 17</inkml:trace>
  <inkml:trace contextRef="#ctx0" brushRef="#br0" timeOffset="31221.8192">23213 4322,'17'0,"1"0,0 0,-18-18,17 18,1 0,0 0,-1 0,19-18,-19 18,1 0</inkml:trace>
  <inkml:trace contextRef="#ctx0" brushRef="#br0" timeOffset="33318.7488">23618 4286,'18'0,"17"0,1 0,-19 0,1 0,0 0,-1 0,1 0,-1 0,1 0,-18-17,-18-1,1 18,-1 0,1 0,-1 0,-17 0,35 18,-18-18,0 17,1-17,17 18,0 0,0-1,0 1,0-1,0 1,17-18,1 0,17 18,-17-18,0 0,-1 17,1-17,-1 18,19-18,-19 0</inkml:trace>
  <inkml:trace contextRef="#ctx0" brushRef="#br0" timeOffset="36350.2092">24112 4269,'0'17,"0"1,0 0,0 17,0-18,0 1,0 0,0-1,0 19,0-1,0-17,0-1,0 18,0-17,0 0,18-36,-18-17,18 17,-18 1,17 17,-17-18,18-17,0 17,-1 0,1-17,17 17,-17 1,-1 17,1 0,0 0,-18 17,17 1,-17 0,0-1,18-17,0 18,-1-18,1 0,0 0,-18-18,0 1,17-1,18 18,-35-18,36 1,-19 17,19-18,-19 18,-17-17,53-1,-53 0,18 1,17 17,-17 0,-18-18,17 18,19-35,-19 35,1 0,-18 17,0 1,0 17,0-17,0 0,0-1,0 1,0-1,0 19,0-19,0 1,0 0,0 17,0-17,0 17,0-18</inkml:trace>
  <inkml:trace contextRef="#ctx0" brushRef="#br0" timeOffset="50993.9768">25612 3775,'0'17,"0"1,0 0,0 17,0-17,0-1,0 18,0-17,0 0,0 52,0-34,17-1,-17-17,0 34,0-34,0 0,18-18,-18 17,0 1,0 0,0-1,0 1,0 17,18-70,-18 17,0-17,0 17,0 1,0-1,0 0,0-17,0-18,0 18,0 17,0-17,0 0,-18-1,18-16,0 16,0 19,0-1,-18 0,18 1,0-1,0 0,0 1,0-1,0 36,0-1,18-17,0 36,-1-36,1 17,-18 1,18 17,34-17,1 17,-17-17,-19-1,19-17,-36 18,17-18,1 18,-1-18,1 0,0 17,-1-17,1 0,0 0,-18-17,17 17,-17-18,18 18,-18-18,18 1,-1-1,-17 1,0-1,0 0,18 1,-18-1,17 0,-17 1,18 17,0-18,-18 0,17 1,-17-1,0 1,18 17,-18 17,0 1,0-1,0 1,0 17,0 18,0-17,0-1,-18 0,18 53,0-35,0 0,0 0,18 35,-18-35,18-18,-18 71,0-70,0 16,17-16,-17-1,0 36,0-36,18-18,-18 1,0 0,0-1,0 1</inkml:trace>
  <inkml:trace contextRef="#ctx0" brushRef="#br0" timeOffset="53099.9878">26811 4269,'-18'0,"-17"0,0 0,17 0,-17 0,35 17,0 19,0-19,0 1,0-1,18-17,-1 0,1 0,0-35,-1 35,1-35,-1 35,1 0,-18 18,18 17,-18-18,0 1,17 0,-17-1,18 1,0-18</inkml:trace>
  <inkml:trace contextRef="#ctx0" brushRef="#br0" timeOffset="55441.154">27005 4251,'18'18,"-18"-1,0 19,17-19,-17 1,18-18,0 0,-1 0,1 0,-18-18,18 18,-18-35,17 17,1 1,-18-1,18 18,17-18,-35 1,17 17,1-36,-18 19,18-1,-1 1,1 17,0 17,-1 1,-17 17,18-35,-18 35,0-17,0 0,0 17,18-17,-18-1,0 1,0 17</inkml:trace>
  <inkml:trace contextRef="#ctx0" brushRef="#br0" timeOffset="58095.1331">27940 4128,'-18'0,"1"0,-1 0,0 0,1 0,-1 0,1 0,-1 0,0 17,1-17,17 18,-18-18,18 17,-18 19,18-19,0 1,0 0,18-18,0 0,-1 17,1-17,17 0,-35-17,18-1,-1 0,1 1,0 17,-1-18,-17 36,0-1,0 1,0 0,0-1,0 19,0-19,0 1,0-1,0 1</inkml:trace>
  <inkml:trace contextRef="#ctx0" brushRef="#br0" timeOffset="59434.0364">28099 4110,'88'123,"-70"-87,-1-1,-17-17,0 34,0-16,0-19,18 19,-18-19,0 1,18 17,-18 18,0-35,0-1,-18 1,18 0,0 17,-18-17,18-1,-17 1,17-1,-18 1,18 0,0-1,-18-17,18 18,-17 0,17-1,0 19,-36-36,36 35,-17-35,-19 18,-16 17,-19-18,0 1,-17-18,-18 0,53 0,18 0,18 0</inkml:trace>
  <inkml:trace contextRef="#ctx0" brushRef="#br0" timeOffset="60560.4107">28063 3986</inkml:trace>
  <inkml:trace contextRef="#ctx0" brushRef="#br0" timeOffset="62862.1888">29263 3828,'-18'105,"1"-69,17-1,-18 18,18-35,-18 35,18-18,0 18,0-18,0 18,-17-18,17 36,0-1,0-34,-18 16,0 19,18-18,0-18,0 0,0 1,0-1,0-17,0-1,0 1,0-36,0 1,0-19,0 19,0-1,0 0,0-34,0 16,-17 1,17 0,0-18,0 18,0-1,0 1,0 0,0-1,0 1,0 18,0-19,0 1,0 17,17 18,-17-17,18 17,-18-18,18 0,-18 1,35 17,-35-18,0 1,0-1,18 18,-1 0,1-18,0 1,17 17,0-18,0 0,-17 1,0 17,-18-18,35 18,-17 0,17-18,-17 18,17 0,0 0,0-17,-17 17,0 0,-18 17,0 1,-18 17,-17-17,35 0,-18-18,-35 17,36 1,-36 0,0-1,-18 36,36-53,0 0,17 0,0 0</inkml:trace>
  <inkml:trace contextRef="#ctx0" brushRef="#br0" timeOffset="65321.2594">29827 4251,'18'0,"0"0,17 0,-17 0,17 0,0 0,-17 0,17 0,-17 0,-1 0,1 0,-18-18,18 1,-1-1,-17 0,-17 1,-36-1,35 18,-17-17,-1 17,1 0,0 0,17 0,18 17,0 1,0-1,0 1,0 0,0 17,18-35,0 18,-1-18,1 0,-1 17,1-17,-18 18,0 0,18-1,-1-17,1 0,0 18,-1-1</inkml:trace>
  <inkml:trace contextRef="#ctx0" brushRef="#br0" timeOffset="67836.3594">30233 4128,'0'17,"0"1,0-1,0 1,0 0,0-1,0 1,18 0,-18-1,0 1,17 0,-17-36,0 0,18 18,-18-17,18-1,-18 0,17 1,-17-1,18 0,0 1,17-1,-18 18,1-17,0 17,-1 0,1 35,-18-18,0 1,0 0,18-1,-18 1,0 0,0-1</inkml:trace>
  <inkml:trace contextRef="#ctx0" brushRef="#br0" timeOffset="70374.3386">30956 4075,'-17'0,"-1"0,0 0,-17 0,17 0,1 0,-1 0,1 0,-1 0,0 0,1 0,-1 0,0 17,1-17,-1 18,0 0,-17 17,35-18,0 1,-18 35,1-35,17-1,0 1,0 0,0-1,17-17,1 0,0 0,-1 0,1 0,0 0,-1 0,1 0,0 0,-1 0,19 0,-19-17,18-1,-35 0,18 1,0 17,-18-18,17 0,-17 1,18 17,-18-18,0 0,0 1,0-1,0 1,0 34,0 1,0-1,0 1,0 17,0 1,0-19,0 1,0 17,0-17,0 17,0 0,0 1,0-1,0 0,0 0,0 1,0-1,0 0,0 1,0-19,-18 1,18-1,-17 1,-1 17,18-17,-18 0,1-18,17 17,-18 1,1 0,-1-1,0 1,1-18,-1 18,0-18,-17 0,0 0,17 0,0 0,1 0,-1 0,1 0,-1 0,0 0,1-18,17 0</inkml:trace>
  <inkml:trace contextRef="#ctx0" brushRef="#br0" timeOffset="86400.913">16228 5221,'-159'-53,"124"53,-18-17,0-1,-18 0,18 18,18-17,-18-1,0 0,-17-17,17 0,-141-18,70 18,-70-18,53 35,-70-35,-19 0,19 0,-301-35,230 53,0-18,-1 53,-34-35,70 17,35 18,1 0,34 0,18 0,18 35,18-17,-18 0,0-18,17 35,18-18,18-17,-18 0,1 18,16-18,19 18,-54 17,36-17,18-18,-19 17,-122 1,105 0,-53-18,-17 52,-18 1,17-17,-34 17,17 0,17-1,18 37,1-72,17 36,-53-35,52 17,-52 18,53 18,-53 17,71-18,35-34,-1 17,-87 88,70-53,-105 194,122-176,-17 17,-17 36,-18-18,-18-17,36 17,-1-71,-17 54,88-54,-17-34,34-19,1 19,17-19,18 1,18-18,0 0,-1 0,36 53,-17-36,16 36,1-35,18 53,17-36,36 35,-1 1,36 17,0 18,35 0,-18 0,53 17,-35-17,0-53,53 35,0-35,18 0,52-18,1-17,-1-18,-34 0,-1 0,71-36,-71-16,-71 52,19-53,-89 17,0 36,-18-35,19-18,87 0,-53 0,195-35,-177 18,0 17,-53-35,18 17,35-17,-71 52,1-16,17-37,17 54,36-53,36-53,17 17,17 18,-34-35,-72 53,36-18,-17 1,-19-1,-52 35,-17-52,-19 34,-17-34,-35-1,35 36,-36-18,36-52,-53 52,18 18,-18 35,0 0,0 0,0-35,0 52,-18-34,-17-1,-18-34,-18-19,-34 1,16 17,-34 18,-18-18,0 53,-53 18,53 52,-1-17,-34 18,-18 35,18 0,-54 0,19 17,52-35,35 18,71-35,1 17,16-17,-17 17,53-17,0-1,0-34,18 17,0 0,-1 17</inkml:trace>
  <inkml:trace contextRef="#ctx0" brushRef="#br0" timeOffset="90108.3946">11906 9049,'18'123,"0"-105,-1 35,1-18,-1-17,1 17,0 0,-1 1,19-1,-19 0,-17-17,18 35,17-36,-17 19,-1-1,1-18,0 19,-1-19,19 1,-19 0,-17-1,18 1,0-18,-1 0,1 0,-1 0,-17-18,18 1,17-19,36 1,-36 0,53-36,36-17,-1-18,71-70,0 35,36-18,-1 18,0-71,1 36,-36 17,-18 18,-52 35,-36 18,0 17,-35 36,-18 0,-17 17,-18 1,17 17,-17-18,0 36,0-1,0 1,-35 17,17-35</inkml:trace>
  <inkml:trace contextRef="#ctx0" brushRef="#br0" timeOffset="92375.4777">18045 14817,'17'211,"1"-158,0 0,-1 18,1-18,-18 0,53 17,-36 1,19 17,17 0,35 88,-53-123,0 18,1-36,-1 0,-18-17,1 0,0-18,-1 0,19-36,-19 36,1 0,0-17,-1-1,54-17,-36-18,53 18,0-36,36-35,35 1,-1-54,72-18,17-17,17-17,-34 17,34-18,-35 18,-35 18,-70 52,-18 18,-53 53,17 0,-52 36,0 17,-54 0</inkml:trace>
  <inkml:trace contextRef="#ctx0" brushRef="#br0" timeOffset="94215.8417">25329 11377,'0'159,"0"-124,18 36,0-18,-1 0,1-1,-18 19,53 35,-18-18,36 88,-36-105,18 17,-18 0,36 18,-54-53,19 0,-19-18,19-17,-36 0,17-1,1-17,0 0,17-17,-35-1,17 18,19-35,-36 17,17 0,-17 1,18-1,0 0,17-17,0 0,36-18,-18-18,17-17,18 18,18-19,-18 19,1-36,16 18,-52 53,0-36,18 36,-18-18,-18 35,0 1,-17-1,-18-17,18 35,-36 0,0 0,1 17</inkml:trace>
  <inkml:trace contextRef="#ctx0" brushRef="#br0" timeOffset="97247.4407">22243 8414,'0'123,"0"-70,0 0,0 0,0 18,0-19,0 1,0 18,0 17,0-35,0 35,17-17,19 17,-36-17,35-1,-18-17,1 0,0-18,-1 18,1-18,0-35,-1 0,1 18,0-18,-1 0,1 0,-18-18,17 1,1 17,0-18,-1-17,36 17,-17-17,52-36,35-34,1 34,-1 0,195-140,-160 140,-34-35,35 18,-36 0,1 0,-36 52,53-52,-106 71,1-19,-19 19,-17-1,-17 18,-1 0,0 18,18-1,-17 36,17-35</inkml:trace>
  <inkml:trace contextRef="#ctx0" brushRef="#br0" timeOffset="131821.8981">14852 9084,'-18'0,"-17"0,0 0,-53-18,-18 1,-53-19,-17 19,-36-18,-70 17,-1 18,-34 0,-1 0,36 35,18 0,17 18,-35-53,70 18,35 17,19-35,52 53,35-35,18 0,0-1,18-17,0 18,0 17,17-35,-35 35,35 1,1-19,-18 19,17-1,-17 0,17 18,-17-18,17 1,-35 16,36-16,-19 17,19 0,-1-18,0 35,1 1,17 17,-18-35,18 53,0-18,0 0,0 1,0-1,35-18,18 18,-35 1,0-36,34 70,-16-35,-1-17,18 17,-18-17,18 17,-18 0,18-53,18 18,-36 35,36-17,-18-18,17-18,36 18,-53-53,35 18,-17-18,17 0,159 17,35 19,-106-36,36 0,-18-53,-141 0,53 35,-18 0,0-34,0 34,18 0,-18 1,-35-1,0-17,18 35,-18-53,0 35,17 0,-17 1,71-54,-71 1,35-1,18-17,-18-18,0 36,53-19,-17 1,34-18,-34 18,34 0,-69 0,34 35,-70 0,18-18,-36 18,0 18,0 18,-17-19,0 1,-18 17,0-17,-18 17,0-17,1 0,-1 0,-17 17,17-17,-52-1,34 1,1 0,-18 0,-17-1,17-17,0 18,-71 0,71-36,-70 18,70 18,-35 17,35 1,18 17,-71 17,-18 36,71-35,18 17,-18 36,18-18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5.52901" units="1/cm"/>
          <inkml:channelProperty channel="Y" name="resolution" value="65.45454" units="1/cm"/>
        </inkml:channelProperties>
      </inkml:inkSource>
      <inkml:timestamp xml:id="ts0" timeString="2023-07-12T12:23:31.99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15222 10283,'89'0,"-54"0,18 0,17 0,-17 18,0 0,35 17,-35-17,53-1,-18 1,18 0,18-18,-54 35,54-17,105-1,-159-17,36 0,-17 0,-19-17,18-1,18-17,-18-1,36-17,34 36,-52-19,-53 19,-35 17,35-35,-36 35,19-36,17 19,-18-36,18 35,-53 0,35-17,-17 0,-1 17,1-17,-18 17,0-35,0 18,0 0,0-18,18 18,-18-1,0-17,0 18,0-35,0 52,0-17,0-1,0-16,0-1,0 35,-18-53,0 19,-17 16,17-17,-87-70,52 52,-18 18,-17-17,0-1,-36 1,-193-36,176 88,-53-35,17 18,1 17,-36-17,-17 17,17-17,1 35,-1-17,71 17,-71 0,18 0,88 0,-35 0,-70 0,-1-18,18 0,53 18,-36-35,19 17,16 18,37 0,-72 0,-228 141,210-105,54-1,-53 18,36 0,17 35,17-35,1 18,87-54,1 18,17-17,1 0,34 17,-17 0,18 53,0-17,-18 53,17 17,-17-36,36 54,-19 18,18-36,-17 88,17-53,-17 1,35-18,-35-18,35 53,35-71,-53-35,36-35,-19 18,37-36,-36-17,35 35,70 0,-52-53,35 0,1 0,69-18,-17 0,18-35,17-35,18 35,265-158,-212 122,-89 19,89-18,-53-36,18 18,17-17,-53 17,36 18,-54-18,-52 53,0 0,-71 0,18 36,-18-1,-53 18,18 0,-35 0,-36 0,1 0,-1 0,-17 18,17-18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5.52901" units="1/cm"/>
          <inkml:channelProperty channel="Y" name="resolution" value="65.45454" units="1/cm"/>
        </inkml:channelProperties>
      </inkml:inkSource>
      <inkml:timestamp xml:id="ts0" timeString="2023-07-12T12:26:31.08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9437 11677,'-194'-71,"123"36,18 17,18 1,-53-18,53 17,-71-17,-18-1,-17 1,-53-18,-18 0,36 36,17-19,-17 19,17-19,18 19,0 17,-53 0,123 0,18 0,-35 0,18 17,-18 1,-1 17,1 18,0-17,-36 34,72-17,-1 0,-71 35,1-17,-36 35,0-1,-70 36,35 36,0-18,0-18,0 35,0-70,35 0,88-18,-34 18,69-18,-34 0,52-35,-52 0,52 18,-17 17,-36 0,36 0,-53 36,52-36,-17 18,0 17,18 1,-18-1,0 1,18-19,0 19,0-1,35 18,0-35,0 35,0 36,0-36,0 0,0 18,0-18,0-35,35-18,18 35,-36-17,72 18,-54-36,71 53,-36 18,36-36,18 1,-19-19,19-34,-71-18,17-18,36 36,71 52,-54-87,0 16,1 1,-18 0,53-35,52 0,-70 17,53-35,-17 0,-1-18,36 1,-18-36,18 0,17 0,-53 18,1-18,17-18,-36 18,-34 0,17 0,88-35,-88 35,-17-17,35-1,-1-35,1 0,0 18,-18-35,-18 52,1-35,-71 71,0-35,-18 17,-17 17,-1 1,19-36,-36 19,35-1,-18 0,-17-18,0 18,0-35,0 18,0-19,0 1,-35-18,18-35,-1 18,-17-1,17-17,18 0,-18 18,-17 17,17 18,-17-1,0-52,0-18,-18 54,0-54,0 0,35 18,-35-18,0 18,0 18,18 35,-35 17,34 18,-17 18,1-36,-1 36,-36 0,36 17,18-35,0 35,17-34,1-1,-1 17,-35-34,35 34,1 19,17-1,-18-35,-17 36,35-19,-18 19,1-1,-1 18,0 0,1 0</inkml:trace>
  <inkml:trace contextRef="#ctx0" brushRef="#br0" timeOffset="2032.044">18785 11130,'-194'-18,"106"-17,-18 18,-88-1,-53 18,-35 0,-53 0,-53 0,-53 0,35 70,18-34,0 17,-229 88,423-53,35-17,0 34,36-16,35-1,-18 35,35 1,-35 34,36-34,-18 105,35-88,0 89,35-54,18 0,0-34,0 52,0 17,0-34,0 34,0-105,0 35,18-17,-18-18,17 17,19-17,-19 17,1-52,35 17,-18 0,71 36,-35-1,-1-17,-35-53,36 35,17-17,-17-18,-36-18,0 18,18-18,18 0,-36-17,53 17,-35 1,35-1,-35-18,35 19,-35-19,36 19,-37-36,19 17,88 1,-71-18,-35 0,0 18,35-18,-35 0,35 0,-17 0,17 0,-18 17,19-17,16 0,37 0,34 0,0 0,-35 0,89-53,-54 18,-17 17,-53-17,52 0,-52 0,-17 35,69-18,72-70,87 35,1-35,52-36,618-282,-600 248,-124 17,36-71,-35 36,-36-1,-70 18,-53 36,-36-36,1 71,-71 0,18-18,-18-18,-18 19,-53-19,-17-35,18 1,-36-36,0 70,35 36,-70-71,53 53,-71-17,18-18,18 17,-36-34,-264-160,193 142,19 17,-19 18,72 35,-1 0,18 53,17 0,1 0,52 36,-17 17,17 0,1 0,-1 0,36 17,17-17,-17 18,0-18,0 35,17-35,0 0</inkml:trace>
  <inkml:trace contextRef="#ctx0" brushRef="#br0" timeOffset="3860.6032">28222 11377,'-211'0,"122"-18,-52 1,-70 17,-54-35,-70 35,-53 17,-53 1,0-18,-106 88,124-88,17 53,106 0,-17 17,70-17,53 18,70 17,1-17,-1 34,-17 19,35 70,-17-35,-1 35,-52 176,88-176,35 71,0 17,18 0,35 36,0-1,17 36,1-36,53 1,34 52,19-87,-1-19,18 1,36-18,-54-71,-52-123,-18-35,0 17,35-35,-18 0,72 0,104-35,107 17,159-53,-18-34,-36 34,-105 18,-53 18,106-53,70 17,-123-17,-36-36,159 1,177-142,-177 54,-88 52,177-158,-54-36,-176 159,-35 17,-35-34,-89 17,-123 53,-53-18,0-18,-35 1,-18 17,-53 0,0 1,-35-36,-35 35,17-17,-70-54,-89-52,1 0,-142-53,89 52,-107 36,89 71,0 53,36 70,-195-18,-123 36,246 35,71 0,-35 35,36 0,-54 54,18 34,247-88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9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9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3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4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16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644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44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0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8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1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F7EAFA4-F5DC-AF44-8BEA-A9CDC2D92D03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2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diagramLayout" Target="../diagrams/layout1.xml"/><Relationship Id="rId7" Type="http://schemas.openxmlformats.org/officeDocument/2006/relationships/customXml" Target="../ink/ink4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8E12-C61E-684E-A593-2245A03F9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SISTEM BERBASIS PENGETAHUAN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FF9170F-4C53-2E41-98A2-CECBEA0805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MATERI </a:t>
            </a:r>
            <a:r>
              <a:rPr lang="en-US" dirty="0" smtClean="0"/>
              <a:t>13</a:t>
            </a:r>
            <a:endParaRPr lang="en-US" dirty="0"/>
          </a:p>
          <a:p>
            <a:r>
              <a:rPr lang="en-US" dirty="0"/>
              <a:t>SRI WINIARTI</a:t>
            </a:r>
          </a:p>
        </p:txBody>
      </p:sp>
    </p:spTree>
    <p:extLst>
      <p:ext uri="{BB962C8B-B14F-4D97-AF65-F5344CB8AC3E}">
        <p14:creationId xmlns:p14="http://schemas.microsoft.com/office/powerpoint/2010/main" val="51647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30408A3-44C5-E244-8C12-9791334EB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LINGKUP MATERI </a:t>
            </a: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EB29764-85C6-7B4D-B27E-104D6136D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SBP </a:t>
            </a:r>
          </a:p>
          <a:p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pakar</a:t>
            </a:r>
            <a:r>
              <a:rPr lang="en-ID" sz="2400" dirty="0"/>
              <a:t>: </a:t>
            </a:r>
            <a:r>
              <a:rPr lang="en-ID" sz="2400" dirty="0" err="1"/>
              <a:t>definisi</a:t>
            </a:r>
            <a:r>
              <a:rPr lang="en-ID" sz="2400" dirty="0"/>
              <a:t>, </a:t>
            </a:r>
            <a:r>
              <a:rPr lang="en-ID" sz="2400" dirty="0" err="1"/>
              <a:t>arsitektur</a:t>
            </a:r>
            <a:r>
              <a:rPr lang="en-ID" sz="2400" dirty="0"/>
              <a:t>, </a:t>
            </a:r>
            <a:r>
              <a:rPr lang="en-ID" sz="2400" dirty="0" err="1"/>
              <a:t>pengembangan</a:t>
            </a:r>
            <a:r>
              <a:rPr lang="en-ID" sz="2400" dirty="0"/>
              <a:t>, </a:t>
            </a:r>
            <a:r>
              <a:rPr lang="en-ID" sz="2400" dirty="0" err="1"/>
              <a:t>masalah</a:t>
            </a:r>
            <a:r>
              <a:rPr lang="en-ID" sz="2400" dirty="0"/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889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00D6B9-00E2-6346-A9AC-2603AC6E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REFERENSI </a:t>
            </a: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D585C7-97DB-924C-A4F6-44F4193D5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Dym</a:t>
            </a:r>
            <a:r>
              <a:rPr lang="en-ID" dirty="0"/>
              <a:t>, Clive L &amp; Levitt, Raymond E, </a:t>
            </a:r>
            <a:r>
              <a:rPr lang="en-ID" dirty="0" err="1"/>
              <a:t>Knowlegde</a:t>
            </a:r>
            <a:r>
              <a:rPr lang="en-ID" dirty="0"/>
              <a:t>-Based Systems in Engineering, McGraw-Hill, Singapore, 1991 </a:t>
            </a:r>
          </a:p>
          <a:p>
            <a:r>
              <a:rPr lang="en-ID" dirty="0" err="1"/>
              <a:t>Endra</a:t>
            </a:r>
            <a:r>
              <a:rPr lang="en-ID" dirty="0"/>
              <a:t> </a:t>
            </a:r>
            <a:r>
              <a:rPr lang="en-ID" dirty="0" err="1"/>
              <a:t>Pitowarno</a:t>
            </a:r>
            <a:r>
              <a:rPr lang="en-ID" dirty="0"/>
              <a:t>, </a:t>
            </a:r>
            <a:r>
              <a:rPr lang="en-ID" dirty="0" err="1"/>
              <a:t>Robotika</a:t>
            </a:r>
            <a:r>
              <a:rPr lang="en-ID" dirty="0"/>
              <a:t>: </a:t>
            </a:r>
            <a:r>
              <a:rPr lang="en-ID" dirty="0" err="1"/>
              <a:t>Disain</a:t>
            </a:r>
            <a:r>
              <a:rPr lang="en-ID" dirty="0"/>
              <a:t>, </a:t>
            </a:r>
            <a:r>
              <a:rPr lang="en-ID" dirty="0" err="1"/>
              <a:t>Kontrol</a:t>
            </a:r>
            <a:r>
              <a:rPr lang="en-ID" dirty="0"/>
              <a:t>,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Kecerdasan</a:t>
            </a:r>
            <a:r>
              <a:rPr lang="en-ID" dirty="0"/>
              <a:t> </a:t>
            </a:r>
            <a:r>
              <a:rPr lang="en-ID" dirty="0" err="1"/>
              <a:t>Buatan</a:t>
            </a:r>
            <a:r>
              <a:rPr lang="en-ID" dirty="0"/>
              <a:t>, Andi, Yogyakarta, 2006. </a:t>
            </a:r>
          </a:p>
          <a:p>
            <a:r>
              <a:rPr lang="en-ID" dirty="0" err="1"/>
              <a:t>Giarratano</a:t>
            </a:r>
            <a:r>
              <a:rPr lang="en-ID" dirty="0"/>
              <a:t>, J and G. Riley, Expert System : Principle and Programming, 4th </a:t>
            </a:r>
            <a:r>
              <a:rPr lang="en-ID" dirty="0" err="1"/>
              <a:t>ed</a:t>
            </a:r>
            <a:r>
              <a:rPr lang="en-ID" dirty="0"/>
              <a:t>, PWS Kent, USA,2004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44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41164B9-5B9F-F748-B993-E661D6E4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167523"/>
          </a:xfrm>
        </p:spPr>
        <p:txBody>
          <a:bodyPr>
            <a:normAutofit fontScale="90000"/>
          </a:bodyPr>
          <a:lstStyle/>
          <a:p>
            <a:r>
              <a:rPr lang="en-US" dirty="0"/>
              <a:t>KONSEP DASAR </a:t>
            </a:r>
            <a:r>
              <a:rPr lang="en-US" altLang="en-US" dirty="0">
                <a:solidFill>
                  <a:srgbClr val="161616"/>
                </a:solidFill>
                <a:latin typeface="Tw Cen MT Condensed" panose="020B0606020104020203" pitchFamily="34" charset="77"/>
              </a:rPr>
              <a:t>SISTEM BERBASIS PENGETAHUAN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F7003F6-4394-FA42-9FE2-2A1CD4803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en-US" dirty="0">
                <a:solidFill>
                  <a:srgbClr val="161616"/>
                </a:solidFill>
                <a:latin typeface="Tw Cen MT Condensed" panose="020B0606020104020203" pitchFamily="34" charset="77"/>
              </a:rPr>
              <a:t> </a:t>
            </a:r>
            <a:r>
              <a:rPr lang="en-ID" sz="3600" dirty="0">
                <a:solidFill>
                  <a:srgbClr val="FF0000"/>
                </a:solidFill>
              </a:rPr>
              <a:t>MENGAPA DIBUTUHKAN? </a:t>
            </a:r>
            <a:endParaRPr lang="en-ID" sz="1400" dirty="0">
              <a:solidFill>
                <a:srgbClr val="FF0000"/>
              </a:solidFill>
            </a:endParaRPr>
          </a:p>
          <a:p>
            <a:pPr lvl="1"/>
            <a:r>
              <a:rPr lang="en-ID" sz="4600" dirty="0" err="1"/>
              <a:t>Meningkatkan</a:t>
            </a:r>
            <a:r>
              <a:rPr lang="en-ID" sz="4600" dirty="0"/>
              <a:t> </a:t>
            </a:r>
            <a:r>
              <a:rPr lang="en-ID" sz="4600" dirty="0" err="1"/>
              <a:t>ketersediaan</a:t>
            </a:r>
            <a:r>
              <a:rPr lang="en-ID" sz="4600" dirty="0"/>
              <a:t> </a:t>
            </a:r>
            <a:r>
              <a:rPr lang="en-ID" sz="4600" dirty="0" err="1"/>
              <a:t>pakar</a:t>
            </a:r>
            <a:r>
              <a:rPr lang="en-ID" sz="4600" dirty="0"/>
              <a:t> </a:t>
            </a:r>
            <a:endParaRPr lang="en-ID" sz="1700" dirty="0"/>
          </a:p>
          <a:p>
            <a:pPr lvl="1"/>
            <a:r>
              <a:rPr lang="en-ID" sz="4600" dirty="0" err="1"/>
              <a:t>Kepakaran</a:t>
            </a:r>
            <a:r>
              <a:rPr lang="en-ID" sz="4600" dirty="0"/>
              <a:t>: </a:t>
            </a:r>
            <a:r>
              <a:rPr lang="en-ID" sz="4600" dirty="0" err="1"/>
              <a:t>sulit</a:t>
            </a:r>
            <a:r>
              <a:rPr lang="en-ID" sz="4600" dirty="0"/>
              <a:t> </a:t>
            </a:r>
            <a:r>
              <a:rPr lang="en-ID" sz="4600" dirty="0" err="1"/>
              <a:t>diperoleh</a:t>
            </a:r>
            <a:r>
              <a:rPr lang="en-ID" sz="4600" dirty="0"/>
              <a:t>, </a:t>
            </a:r>
            <a:r>
              <a:rPr lang="en-ID" sz="4600" dirty="0" err="1"/>
              <a:t>jumlah</a:t>
            </a:r>
            <a:r>
              <a:rPr lang="en-ID" sz="4600" dirty="0"/>
              <a:t> </a:t>
            </a:r>
            <a:r>
              <a:rPr lang="en-ID" sz="4600" dirty="0" err="1"/>
              <a:t>sedikit,mahal</a:t>
            </a:r>
            <a:r>
              <a:rPr lang="en-ID" sz="4600" dirty="0"/>
              <a:t>. </a:t>
            </a:r>
          </a:p>
          <a:p>
            <a:pPr lvl="1"/>
            <a:r>
              <a:rPr lang="en-ID" sz="4600" dirty="0"/>
              <a:t>SBP/ES: </a:t>
            </a:r>
            <a:r>
              <a:rPr lang="en-ID" sz="4600" dirty="0" err="1"/>
              <a:t>Produksi</a:t>
            </a:r>
            <a:r>
              <a:rPr lang="en-ID" sz="4600" dirty="0"/>
              <a:t> </a:t>
            </a:r>
            <a:r>
              <a:rPr lang="en-ID" sz="4600" dirty="0" err="1"/>
              <a:t>dan</a:t>
            </a:r>
            <a:r>
              <a:rPr lang="en-ID" sz="4600" dirty="0"/>
              <a:t> </a:t>
            </a:r>
            <a:r>
              <a:rPr lang="en-ID" sz="4600" dirty="0" err="1"/>
              <a:t>distribusi</a:t>
            </a:r>
            <a:r>
              <a:rPr lang="en-ID" sz="4600" dirty="0"/>
              <a:t> </a:t>
            </a:r>
            <a:r>
              <a:rPr lang="en-ID" sz="4600" dirty="0" err="1"/>
              <a:t>masal</a:t>
            </a:r>
            <a:r>
              <a:rPr lang="en-ID" sz="4600" dirty="0"/>
              <a:t> </a:t>
            </a:r>
            <a:r>
              <a:rPr lang="en-ID" sz="4600" dirty="0" err="1"/>
              <a:t>kepakaran</a:t>
            </a:r>
            <a:r>
              <a:rPr lang="en-ID" sz="4600" dirty="0"/>
              <a:t> </a:t>
            </a:r>
            <a:endParaRPr lang="en-ID" sz="1700" dirty="0"/>
          </a:p>
          <a:p>
            <a:pPr lvl="1"/>
            <a:r>
              <a:rPr lang="en-ID" sz="4600" dirty="0" err="1"/>
              <a:t>Menjaga</a:t>
            </a:r>
            <a:r>
              <a:rPr lang="en-ID" sz="4600" dirty="0"/>
              <a:t> </a:t>
            </a:r>
            <a:r>
              <a:rPr lang="en-ID" sz="4600" dirty="0" err="1"/>
              <a:t>kepakaran</a:t>
            </a:r>
            <a:r>
              <a:rPr lang="en-ID" sz="4600" dirty="0"/>
              <a:t> </a:t>
            </a:r>
            <a:r>
              <a:rPr lang="en-ID" sz="4600" dirty="0" err="1"/>
              <a:t>bersifat</a:t>
            </a:r>
            <a:r>
              <a:rPr lang="en-ID" sz="4600" dirty="0"/>
              <a:t> </a:t>
            </a:r>
            <a:r>
              <a:rPr lang="en-ID" sz="4600" dirty="0" err="1"/>
              <a:t>permanen</a:t>
            </a:r>
            <a:endParaRPr lang="en-ID" sz="4600" dirty="0"/>
          </a:p>
          <a:p>
            <a:pPr lvl="1"/>
            <a:r>
              <a:rPr lang="en-ID" sz="4100" dirty="0" err="1"/>
              <a:t>Performansi</a:t>
            </a:r>
            <a:r>
              <a:rPr lang="en-ID" sz="4100" dirty="0"/>
              <a:t> </a:t>
            </a:r>
            <a:r>
              <a:rPr lang="en-ID" sz="4100" dirty="0" err="1"/>
              <a:t>lebih</a:t>
            </a:r>
            <a:r>
              <a:rPr lang="en-ID" sz="4100" dirty="0"/>
              <a:t> </a:t>
            </a:r>
            <a:r>
              <a:rPr lang="en-ID" sz="4100" dirty="0" err="1"/>
              <a:t>baik</a:t>
            </a:r>
            <a:r>
              <a:rPr lang="en-ID" sz="4100" dirty="0"/>
              <a:t> </a:t>
            </a:r>
            <a:r>
              <a:rPr lang="en-ID" sz="4100" dirty="0" err="1"/>
              <a:t>dari</a:t>
            </a:r>
            <a:r>
              <a:rPr lang="en-ID" sz="4100" dirty="0"/>
              <a:t> </a:t>
            </a:r>
            <a:r>
              <a:rPr lang="en-ID" sz="4100" dirty="0" err="1"/>
              <a:t>pakar</a:t>
            </a:r>
            <a:r>
              <a:rPr lang="en-ID" sz="4100" dirty="0"/>
              <a:t> </a:t>
            </a:r>
            <a:r>
              <a:rPr lang="en-ID" sz="4100" dirty="0" err="1"/>
              <a:t>manusia</a:t>
            </a:r>
            <a:r>
              <a:rPr lang="en-ID" sz="4100" dirty="0"/>
              <a:t>: </a:t>
            </a:r>
            <a:r>
              <a:rPr lang="en-ID" sz="4100" dirty="0" err="1"/>
              <a:t>stabil</a:t>
            </a:r>
            <a:r>
              <a:rPr lang="en-ID" sz="4100" dirty="0"/>
              <a:t>, unemotional, </a:t>
            </a:r>
            <a:r>
              <a:rPr lang="en-ID" sz="4100" dirty="0" err="1"/>
              <a:t>respon</a:t>
            </a:r>
            <a:r>
              <a:rPr lang="en-ID" sz="4100" dirty="0"/>
              <a:t> reasonable </a:t>
            </a:r>
            <a:endParaRPr lang="en-ID" sz="7000" dirty="0"/>
          </a:p>
          <a:p>
            <a:pPr marL="274320" lvl="1" indent="0">
              <a:buNone/>
            </a:pPr>
            <a:r>
              <a:rPr lang="en-ID" sz="3600" dirty="0"/>
              <a:t> </a:t>
            </a:r>
            <a:endParaRPr lang="en-ID" sz="1200" dirty="0"/>
          </a:p>
          <a:p>
            <a:endParaRPr lang="en-US" altLang="en-US" sz="10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026040" y="1790640"/>
              <a:ext cx="5899680" cy="40708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16680" y="1781280"/>
                <a:ext cx="5918400" cy="408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910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03A201-0409-A54D-A9DD-6B4E8F0A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MENGAPA DIBUTUHKAN..?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CE5BD81-7A35-B543-A0A8-8D0F00566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Meningkatkan</a:t>
            </a:r>
            <a:r>
              <a:rPr lang="en-ID" dirty="0"/>
              <a:t> confidence </a:t>
            </a:r>
            <a:r>
              <a:rPr lang="en-ID" dirty="0" err="1"/>
              <a:t>keputusan</a:t>
            </a:r>
            <a:r>
              <a:rPr lang="en-ID" dirty="0"/>
              <a:t> </a:t>
            </a:r>
          </a:p>
          <a:p>
            <a:r>
              <a:rPr lang="en-ID" dirty="0"/>
              <a:t>Output SBP: </a:t>
            </a:r>
            <a:r>
              <a:rPr lang="en-ID" dirty="0" err="1"/>
              <a:t>pendapat</a:t>
            </a:r>
            <a:r>
              <a:rPr lang="en-ID" dirty="0"/>
              <a:t> </a:t>
            </a:r>
            <a:r>
              <a:rPr lang="en-ID" dirty="0" err="1"/>
              <a:t>kedua</a:t>
            </a:r>
            <a:r>
              <a:rPr lang="en-ID" dirty="0"/>
              <a:t> </a:t>
            </a:r>
          </a:p>
          <a:p>
            <a:r>
              <a:rPr lang="en-ID" dirty="0" err="1"/>
              <a:t>Penjelasan</a:t>
            </a:r>
            <a:r>
              <a:rPr lang="en-ID" dirty="0"/>
              <a:t> </a:t>
            </a:r>
            <a:r>
              <a:rPr lang="en-ID" dirty="0" err="1"/>
              <a:t>detil</a:t>
            </a:r>
            <a:r>
              <a:rPr lang="en-ID" dirty="0"/>
              <a:t> reasoning →</a:t>
            </a:r>
            <a:r>
              <a:rPr lang="en-ID" dirty="0" err="1"/>
              <a:t>pakar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mau</a:t>
            </a:r>
            <a:r>
              <a:rPr lang="en-ID" dirty="0"/>
              <a:t>/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melakukannya</a:t>
            </a:r>
            <a:r>
              <a:rPr lang="en-ID" dirty="0"/>
              <a:t> </a:t>
            </a:r>
          </a:p>
          <a:p>
            <a:r>
              <a:rPr lang="en-ID" dirty="0"/>
              <a:t>Intelligent tutor </a:t>
            </a:r>
          </a:p>
          <a:p>
            <a:r>
              <a:rPr lang="en-ID" dirty="0" err="1"/>
              <a:t>Mengevaluasi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pakar</a:t>
            </a:r>
            <a:r>
              <a:rPr lang="en-ID" dirty="0"/>
              <a:t>: correctness, consistency, completeness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43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B7DF2EE-D95E-E549-A353-5ED792A8D562}"/>
              </a:ext>
            </a:extLst>
          </p:cNvPr>
          <p:cNvSpPr/>
          <p:nvPr/>
        </p:nvSpPr>
        <p:spPr>
          <a:xfrm>
            <a:off x="1745673" y="2093976"/>
            <a:ext cx="8915400" cy="40054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199B12-95AA-E444-8DE6-A475CAB1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SISTEM BERBASIS PENGETAHUAN </a:t>
            </a: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29B827C-746E-2447-B0CA-6EDD8A870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pengetahuan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1E04D84E-17EF-1944-B6EC-FF472D879B2C}"/>
              </a:ext>
            </a:extLst>
          </p:cNvPr>
          <p:cNvSpPr/>
          <p:nvPr/>
        </p:nvSpPr>
        <p:spPr>
          <a:xfrm>
            <a:off x="3564082" y="2660074"/>
            <a:ext cx="5995554" cy="2971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 dirty="0">
              <a:effectLst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D5A05FCF-3C32-CA4E-AE60-B1086B4C4B9E}"/>
              </a:ext>
            </a:extLst>
          </p:cNvPr>
          <p:cNvSpPr/>
          <p:nvPr/>
        </p:nvSpPr>
        <p:spPr>
          <a:xfrm>
            <a:off x="4052455" y="3522519"/>
            <a:ext cx="1402773" cy="62345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Games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DDBCC3E7-EA97-B746-9F77-7599129E1997}"/>
              </a:ext>
            </a:extLst>
          </p:cNvPr>
          <p:cNvSpPr/>
          <p:nvPr/>
        </p:nvSpPr>
        <p:spPr>
          <a:xfrm>
            <a:off x="5673437" y="4395354"/>
            <a:ext cx="1413163" cy="69619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Robotik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AC9D33DB-F23E-4041-BEFA-76035C7FC536}"/>
              </a:ext>
            </a:extLst>
          </p:cNvPr>
          <p:cNvSpPr/>
          <p:nvPr/>
        </p:nvSpPr>
        <p:spPr>
          <a:xfrm>
            <a:off x="7574974" y="4145974"/>
            <a:ext cx="1579418" cy="70658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pakar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1803240" y="1327320"/>
              <a:ext cx="9341280" cy="4445280"/>
            </p14:xfrm>
          </p:contentPart>
        </mc:Choice>
        <mc:Fallback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3880" y="1317960"/>
                <a:ext cx="9360000" cy="446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387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FB3CC7-284A-964E-A6BB-C444DFC4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HUBUNGAN PROBLEM DOMAIN DAN KNOWLEDGE DOMAIN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FD4723A-2FF9-AA4D-8142-25D97310E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F137CA2F-EB58-EB4C-A38A-5F1B4D65DF41}"/>
              </a:ext>
            </a:extLst>
          </p:cNvPr>
          <p:cNvSpPr/>
          <p:nvPr/>
        </p:nvSpPr>
        <p:spPr>
          <a:xfrm>
            <a:off x="3075709" y="2826327"/>
            <a:ext cx="7086600" cy="298219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/>
              <a:t>Knowledge </a:t>
            </a:r>
            <a:r>
              <a:rPr lang="en-US" dirty="0" err="1"/>
              <a:t>Domian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D2BA0852-54B7-6643-B74D-F16B525B61C4}"/>
              </a:ext>
            </a:extLst>
          </p:cNvPr>
          <p:cNvSpPr/>
          <p:nvPr/>
        </p:nvSpPr>
        <p:spPr>
          <a:xfrm>
            <a:off x="4759036" y="4249882"/>
            <a:ext cx="1870364" cy="8104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ProblemDDomain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CAF31EBE-CD31-2340-8F5F-FE6155EF61D6}"/>
              </a:ext>
            </a:extLst>
          </p:cNvPr>
          <p:cNvSpPr/>
          <p:nvPr/>
        </p:nvSpPr>
        <p:spPr>
          <a:xfrm>
            <a:off x="7429500" y="3938155"/>
            <a:ext cx="1995055" cy="8001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Problem domain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4102200" y="2965320"/>
              <a:ext cx="2375280" cy="117540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2840" y="2955960"/>
                <a:ext cx="2394000" cy="119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325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D34245-304F-154E-B031-6ECD9E3D7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system </a:t>
            </a:r>
            <a:r>
              <a:rPr lang="en-US" dirty="0" err="1"/>
              <a:t>pakar</a:t>
            </a:r>
            <a:r>
              <a:rPr lang="en-US" dirty="0"/>
              <a:t>..?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D1353321-67A3-6749-96E9-A7DB2B395E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033443"/>
              </p:ext>
            </p:extLst>
          </p:nvPr>
        </p:nvGraphicFramePr>
        <p:xfrm>
          <a:off x="1069975" y="2120900"/>
          <a:ext cx="10058400" cy="405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1168560" y="3835440"/>
              <a:ext cx="10293480" cy="26038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59200" y="3826080"/>
                <a:ext cx="10312200" cy="262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091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Pendukung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 smtClean="0"/>
              <a:t> </a:t>
            </a:r>
            <a:r>
              <a:rPr lang="en-US" dirty="0" err="1" smtClean="0"/>
              <a:t>Klinis</a:t>
            </a:r>
            <a:r>
              <a:rPr lang="en-US" dirty="0" smtClean="0"/>
              <a:t> (SPKK)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err="1" smtClean="0"/>
              <a:t>Suatu</a:t>
            </a:r>
            <a:r>
              <a:rPr lang="en-US" sz="2400" dirty="0" smtClean="0"/>
              <a:t> </a:t>
            </a:r>
            <a:r>
              <a:rPr lang="en-US" sz="2400" dirty="0" err="1" smtClean="0"/>
              <a:t>aplikasi</a:t>
            </a:r>
            <a:r>
              <a:rPr lang="en-US" sz="2400" dirty="0" smtClean="0"/>
              <a:t> yang </a:t>
            </a:r>
            <a:r>
              <a:rPr lang="en-US" sz="2400" dirty="0" err="1" smtClean="0"/>
              <a:t>dapat</a:t>
            </a:r>
            <a:r>
              <a:rPr lang="en-US" sz="2400" dirty="0" smtClean="0"/>
              <a:t> </a:t>
            </a:r>
            <a:r>
              <a:rPr lang="en-US" sz="2400" dirty="0" err="1" smtClean="0"/>
              <a:t>membantu</a:t>
            </a:r>
            <a:r>
              <a:rPr lang="en-US" sz="2400" dirty="0" smtClean="0"/>
              <a:t> </a:t>
            </a:r>
            <a:r>
              <a:rPr lang="en-US" sz="2400" dirty="0" err="1" smtClean="0"/>
              <a:t>manusia</a:t>
            </a:r>
            <a:r>
              <a:rPr lang="en-US" sz="2400" dirty="0" smtClean="0"/>
              <a:t> </a:t>
            </a:r>
            <a:r>
              <a:rPr lang="en-US" sz="2400" dirty="0" err="1" smtClean="0"/>
              <a:t>dalam</a:t>
            </a:r>
            <a:r>
              <a:rPr lang="en-US" sz="2400" dirty="0" smtClean="0"/>
              <a:t> </a:t>
            </a:r>
            <a:r>
              <a:rPr lang="en-US" sz="2400" dirty="0" err="1" smtClean="0"/>
              <a:t>menentukan</a:t>
            </a:r>
            <a:r>
              <a:rPr lang="en-US" sz="2400" dirty="0" smtClean="0"/>
              <a:t> </a:t>
            </a:r>
            <a:r>
              <a:rPr lang="en-US" sz="2400" dirty="0" err="1" smtClean="0"/>
              <a:t>suatu</a:t>
            </a:r>
            <a:r>
              <a:rPr lang="en-US" sz="2400" dirty="0" smtClean="0"/>
              <a:t> </a:t>
            </a:r>
            <a:r>
              <a:rPr lang="en-US" sz="2400" dirty="0" err="1" smtClean="0"/>
              <a:t>keputusan</a:t>
            </a:r>
            <a:r>
              <a:rPr lang="en-US" sz="2400" dirty="0" smtClean="0"/>
              <a:t> yang </a:t>
            </a:r>
            <a:r>
              <a:rPr lang="en-US" sz="2400" dirty="0" err="1" smtClean="0"/>
              <a:t>berbasis</a:t>
            </a:r>
            <a:r>
              <a:rPr lang="en-US" sz="2400" dirty="0" smtClean="0"/>
              <a:t> </a:t>
            </a:r>
            <a:r>
              <a:rPr lang="en-US" sz="2400" dirty="0" err="1" smtClean="0"/>
              <a:t>pada</a:t>
            </a:r>
            <a:r>
              <a:rPr lang="en-US" sz="2400" dirty="0" smtClean="0"/>
              <a:t> </a:t>
            </a:r>
            <a:r>
              <a:rPr lang="en-US" sz="2400" dirty="0" err="1" smtClean="0"/>
              <a:t>pengetahuan</a:t>
            </a:r>
            <a:r>
              <a:rPr lang="en-US" sz="2400" dirty="0" smtClean="0"/>
              <a:t> </a:t>
            </a:r>
            <a:r>
              <a:rPr lang="en-US" sz="2400" dirty="0" err="1" smtClean="0"/>
              <a:t>seorang</a:t>
            </a:r>
            <a:r>
              <a:rPr lang="en-US" sz="2400" dirty="0" smtClean="0"/>
              <a:t> </a:t>
            </a:r>
            <a:r>
              <a:rPr lang="en-US" sz="2400" dirty="0" err="1" smtClean="0"/>
              <a:t>pakar</a:t>
            </a:r>
            <a:r>
              <a:rPr lang="en-US" sz="2400" dirty="0" smtClean="0"/>
              <a:t> </a:t>
            </a:r>
            <a:r>
              <a:rPr lang="en-US" sz="2400" dirty="0" err="1" smtClean="0"/>
              <a:t>atau</a:t>
            </a:r>
            <a:r>
              <a:rPr lang="en-US" sz="2400" dirty="0" smtClean="0"/>
              <a:t> </a:t>
            </a:r>
            <a:r>
              <a:rPr lang="en-US" sz="2400" dirty="0" err="1" smtClean="0"/>
              <a:t>pengambil</a:t>
            </a:r>
            <a:r>
              <a:rPr lang="en-US" sz="2400" dirty="0" smtClean="0"/>
              <a:t> </a:t>
            </a:r>
            <a:r>
              <a:rPr lang="en-US" sz="2400" dirty="0" err="1" smtClean="0"/>
              <a:t>keputusan</a:t>
            </a:r>
            <a:endParaRPr lang="en-US" sz="2400" dirty="0" smtClean="0"/>
          </a:p>
          <a:p>
            <a:r>
              <a:rPr lang="en-US" sz="2400" dirty="0" err="1" smtClean="0"/>
              <a:t>Komponen</a:t>
            </a:r>
            <a:r>
              <a:rPr lang="en-US" sz="2400" dirty="0" smtClean="0"/>
              <a:t> SPK </a:t>
            </a:r>
            <a:r>
              <a:rPr lang="en-US" sz="2400" dirty="0" err="1" smtClean="0"/>
              <a:t>Klinis</a:t>
            </a:r>
            <a:r>
              <a:rPr lang="en-US" sz="2400" dirty="0" smtClean="0"/>
              <a:t>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200" dirty="0" smtClean="0">
                <a:solidFill>
                  <a:srgbClr val="FF0000"/>
                </a:solidFill>
              </a:rPr>
              <a:t>Model </a:t>
            </a:r>
            <a:r>
              <a:rPr lang="en-US" sz="2200" dirty="0" err="1" smtClean="0">
                <a:solidFill>
                  <a:srgbClr val="FF0000"/>
                </a:solidFill>
              </a:rPr>
              <a:t>Keputusan</a:t>
            </a:r>
            <a:endParaRPr lang="en-US" sz="2200" dirty="0" smtClean="0">
              <a:solidFill>
                <a:srgbClr val="FF0000"/>
              </a:solidFill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 err="1" smtClean="0">
                <a:solidFill>
                  <a:srgbClr val="FF0000"/>
                </a:solidFill>
              </a:rPr>
              <a:t>Metode</a:t>
            </a:r>
            <a:r>
              <a:rPr lang="en-US" sz="2000" dirty="0" smtClean="0">
                <a:solidFill>
                  <a:srgbClr val="FF0000"/>
                </a:solidFill>
              </a:rPr>
              <a:t> yang </a:t>
            </a:r>
            <a:r>
              <a:rPr lang="en-US" sz="2000" dirty="0" err="1" smtClean="0">
                <a:solidFill>
                  <a:srgbClr val="FF0000"/>
                </a:solidFill>
              </a:rPr>
              <a:t>digunakan</a:t>
            </a:r>
            <a:r>
              <a:rPr lang="en-US" sz="2000" dirty="0" smtClean="0">
                <a:solidFill>
                  <a:srgbClr val="FF0000"/>
                </a:solidFill>
              </a:rPr>
              <a:t> untuk </a:t>
            </a:r>
            <a:r>
              <a:rPr lang="en-US" sz="2000" dirty="0" err="1" smtClean="0">
                <a:solidFill>
                  <a:srgbClr val="FF0000"/>
                </a:solidFill>
              </a:rPr>
              <a:t>mendukung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keputusan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dengan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menggunakan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algoritma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tertentu</a:t>
            </a:r>
            <a:endParaRPr lang="en-US" sz="2000" dirty="0" smtClean="0">
              <a:solidFill>
                <a:srgbClr val="FF0000"/>
              </a:solidFill>
            </a:endParaRPr>
          </a:p>
          <a:p>
            <a:pPr marL="731520" lvl="1" indent="-457200">
              <a:buFont typeface="+mj-lt"/>
              <a:buAutoNum type="arabicPeriod"/>
            </a:pPr>
            <a:r>
              <a:rPr lang="en-US" sz="2200" dirty="0" smtClean="0"/>
              <a:t>Model </a:t>
            </a:r>
            <a:r>
              <a:rPr lang="en-US" sz="2200" dirty="0" err="1" smtClean="0"/>
              <a:t>manajemen</a:t>
            </a:r>
            <a:r>
              <a:rPr lang="en-US" sz="2200" dirty="0" smtClean="0"/>
              <a:t> </a:t>
            </a:r>
            <a:r>
              <a:rPr lang="en-US" sz="2200" dirty="0" err="1" smtClean="0"/>
              <a:t>Pengetahuan</a:t>
            </a:r>
            <a:endParaRPr lang="en-US" sz="22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2200" dirty="0" smtClean="0">
                <a:solidFill>
                  <a:srgbClr val="FF0000"/>
                </a:solidFill>
              </a:rPr>
              <a:t>Model Data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 err="1" smtClean="0">
                <a:solidFill>
                  <a:srgbClr val="FF0000"/>
                </a:solidFill>
              </a:rPr>
              <a:t>Berbasis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kepada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Sistem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</a:t>
            </a:r>
            <a:r>
              <a:rPr lang="en-US" sz="2000" dirty="0" err="1" smtClean="0">
                <a:solidFill>
                  <a:srgbClr val="FF0000"/>
                </a:solidFill>
              </a:rPr>
              <a:t>anajemen</a:t>
            </a:r>
            <a:r>
              <a:rPr lang="en-US" sz="2000" dirty="0" smtClean="0">
                <a:solidFill>
                  <a:srgbClr val="FF0000"/>
                </a:solidFill>
              </a:rPr>
              <a:t> Basis Data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200" dirty="0" smtClean="0"/>
              <a:t>Model </a:t>
            </a:r>
            <a:r>
              <a:rPr lang="en-US" sz="2200" dirty="0" err="1" smtClean="0"/>
              <a:t>antarmuka</a:t>
            </a:r>
            <a:endParaRPr lang="en-US" sz="22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2200" dirty="0" err="1" smtClean="0"/>
              <a:t>Mesin</a:t>
            </a:r>
            <a:r>
              <a:rPr lang="en-US" sz="2200" dirty="0" smtClean="0"/>
              <a:t> </a:t>
            </a:r>
            <a:r>
              <a:rPr lang="en-US" sz="2200" dirty="0" err="1" smtClean="0"/>
              <a:t>Inferensi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979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Komponen</a:t>
            </a:r>
            <a:r>
              <a:rPr lang="en-US" dirty="0" smtClean="0"/>
              <a:t> SPKK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939636" y="3343564"/>
            <a:ext cx="1690255" cy="729672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interface</a:t>
            </a:r>
            <a:endParaRPr lang="en-US" dirty="0"/>
          </a:p>
        </p:txBody>
      </p:sp>
      <p:sp>
        <p:nvSpPr>
          <p:cNvPr id="5" name="Can 4"/>
          <p:cNvSpPr/>
          <p:nvPr/>
        </p:nvSpPr>
        <p:spPr>
          <a:xfrm>
            <a:off x="6236116" y="2084462"/>
            <a:ext cx="923636" cy="87745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SMBD</a:t>
            </a:r>
            <a:endParaRPr lang="en-US" dirty="0"/>
          </a:p>
        </p:txBody>
      </p:sp>
      <p:sp>
        <p:nvSpPr>
          <p:cNvPr id="6" name="Round Single Corner Rectangle 5"/>
          <p:cNvSpPr/>
          <p:nvPr/>
        </p:nvSpPr>
        <p:spPr>
          <a:xfrm>
            <a:off x="7569200" y="3334327"/>
            <a:ext cx="2142836" cy="628073"/>
          </a:xfrm>
          <a:prstGeom prst="round1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Basis </a:t>
            </a:r>
            <a:r>
              <a:rPr lang="en-US" dirty="0" err="1" smtClean="0"/>
              <a:t>Pengetahuan</a:t>
            </a:r>
            <a:endParaRPr lang="en-US" dirty="0"/>
          </a:p>
        </p:txBody>
      </p:sp>
      <p:sp>
        <p:nvSpPr>
          <p:cNvPr id="8" name="Round Single Corner Rectangle 7"/>
          <p:cNvSpPr/>
          <p:nvPr/>
        </p:nvSpPr>
        <p:spPr>
          <a:xfrm>
            <a:off x="4176407" y="3394363"/>
            <a:ext cx="2059709" cy="628073"/>
          </a:xfrm>
          <a:prstGeom prst="round1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Mesin</a:t>
            </a:r>
            <a:r>
              <a:rPr lang="en-US" dirty="0" smtClean="0"/>
              <a:t> </a:t>
            </a:r>
            <a:r>
              <a:rPr lang="en-US" dirty="0" err="1" smtClean="0"/>
              <a:t>Inferensi</a:t>
            </a:r>
            <a:endParaRPr lang="en-US" dirty="0"/>
          </a:p>
        </p:txBody>
      </p:sp>
      <p:sp>
        <p:nvSpPr>
          <p:cNvPr id="9" name="Round Single Corner Rectangle 8"/>
          <p:cNvSpPr/>
          <p:nvPr/>
        </p:nvSpPr>
        <p:spPr>
          <a:xfrm>
            <a:off x="6236116" y="4673600"/>
            <a:ext cx="1634836" cy="766618"/>
          </a:xfrm>
          <a:prstGeom prst="round1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Model </a:t>
            </a:r>
            <a:r>
              <a:rPr lang="en-US" dirty="0" err="1" smtClean="0"/>
              <a:t>Keputusan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4996873" y="2523189"/>
            <a:ext cx="1239243" cy="91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169381" y="2576945"/>
            <a:ext cx="1523215" cy="7299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7870952" y="4011259"/>
            <a:ext cx="1134503" cy="791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9" idx="1"/>
          </p:cNvCxnSpPr>
          <p:nvPr/>
        </p:nvCxnSpPr>
        <p:spPr>
          <a:xfrm>
            <a:off x="4996873" y="4011259"/>
            <a:ext cx="1239243" cy="1045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13507" y="3061191"/>
            <a:ext cx="1082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cxnSp>
        <p:nvCxnSpPr>
          <p:cNvPr id="29" name="Straight Arrow Connector 28"/>
          <p:cNvCxnSpPr>
            <a:stCxn id="4" idx="6"/>
            <a:endCxn id="8" idx="1"/>
          </p:cNvCxnSpPr>
          <p:nvPr/>
        </p:nvCxnSpPr>
        <p:spPr>
          <a:xfrm>
            <a:off x="3629891" y="3708400"/>
            <a:ext cx="5465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4" idx="5"/>
          </p:cNvCxnSpPr>
          <p:nvPr/>
        </p:nvCxnSpPr>
        <p:spPr>
          <a:xfrm flipH="1">
            <a:off x="3382359" y="3962400"/>
            <a:ext cx="794048" cy="3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82359" y="395790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Solusi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8380380" y="4477633"/>
            <a:ext cx="14596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Naïve Bayes</a:t>
            </a:r>
          </a:p>
          <a:p>
            <a:r>
              <a:rPr lang="en-US" dirty="0" smtClean="0"/>
              <a:t>K Means</a:t>
            </a:r>
          </a:p>
          <a:p>
            <a:r>
              <a:rPr lang="en-US" dirty="0" smtClean="0"/>
              <a:t>CBR</a:t>
            </a:r>
          </a:p>
          <a:p>
            <a:r>
              <a:rPr lang="en-US" dirty="0" smtClean="0"/>
              <a:t>AHP</a:t>
            </a:r>
          </a:p>
          <a:p>
            <a:r>
              <a:rPr lang="en-US" dirty="0" err="1" smtClean="0"/>
              <a:t>Promethee</a:t>
            </a:r>
            <a:endParaRPr lang="en-US" dirty="0" smtClean="0"/>
          </a:p>
          <a:p>
            <a:r>
              <a:rPr lang="en-US" dirty="0" smtClean="0"/>
              <a:t>SAW</a:t>
            </a:r>
            <a:endParaRPr lang="en-US" dirty="0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7870952" y="5175319"/>
            <a:ext cx="3315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55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Komponen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Pakar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User interface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Mesin</a:t>
            </a:r>
            <a:r>
              <a:rPr lang="en-US" dirty="0" smtClean="0"/>
              <a:t> </a:t>
            </a:r>
            <a:r>
              <a:rPr lang="en-US" dirty="0" err="1" smtClean="0"/>
              <a:t>Inferensi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Basis </a:t>
            </a:r>
            <a:r>
              <a:rPr lang="en-US" dirty="0" err="1" smtClean="0"/>
              <a:t>pengetahuan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Faktor</a:t>
            </a:r>
            <a:r>
              <a:rPr lang="en-US" dirty="0" smtClean="0"/>
              <a:t> </a:t>
            </a:r>
            <a:r>
              <a:rPr lang="en-US" dirty="0" err="1" smtClean="0"/>
              <a:t>Kepastian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pelacakan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575810" y="4752108"/>
            <a:ext cx="1043709" cy="9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3491" y="4304145"/>
            <a:ext cx="1653309" cy="9328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/>
              <a:t>User Interface</a:t>
            </a:r>
            <a:endParaRPr lang="en-US" i="1" dirty="0"/>
          </a:p>
        </p:txBody>
      </p:sp>
      <p:sp>
        <p:nvSpPr>
          <p:cNvPr id="9" name="Rectangle 8"/>
          <p:cNvSpPr/>
          <p:nvPr/>
        </p:nvSpPr>
        <p:spPr>
          <a:xfrm>
            <a:off x="3897745" y="4479636"/>
            <a:ext cx="1874982" cy="64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Mesin</a:t>
            </a:r>
            <a:r>
              <a:rPr lang="en-US" dirty="0" smtClean="0"/>
              <a:t> </a:t>
            </a:r>
            <a:r>
              <a:rPr lang="en-US" dirty="0" err="1" smtClean="0"/>
              <a:t>Inferensi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53018" y="4479636"/>
            <a:ext cx="2050473" cy="64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Basis </a:t>
            </a:r>
            <a:r>
              <a:rPr lang="en-US" dirty="0" err="1" smtClean="0"/>
              <a:t>Pengetahuan</a:t>
            </a:r>
            <a:endParaRPr lang="en-US" dirty="0"/>
          </a:p>
        </p:txBody>
      </p:sp>
      <p:cxnSp>
        <p:nvCxnSpPr>
          <p:cNvPr id="12" name="Elbow Connector 11"/>
          <p:cNvCxnSpPr>
            <a:endCxn id="8" idx="4"/>
          </p:cNvCxnSpPr>
          <p:nvPr/>
        </p:nvCxnSpPr>
        <p:spPr>
          <a:xfrm rot="10800000">
            <a:off x="1510147" y="5237019"/>
            <a:ext cx="6174513" cy="7758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7684656" y="5126182"/>
            <a:ext cx="0" cy="886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75810" y="4327358"/>
            <a:ext cx="1082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795568" y="5939050"/>
            <a:ext cx="3270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Solusi</a:t>
            </a:r>
            <a:r>
              <a:rPr lang="en-US" dirty="0" smtClean="0"/>
              <a:t> </a:t>
            </a:r>
            <a:r>
              <a:rPr lang="en-US" dirty="0" err="1" smtClean="0"/>
              <a:t>disertai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kepastian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5772727" y="4664425"/>
            <a:ext cx="4802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772727" y="4987636"/>
            <a:ext cx="4802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n 22"/>
          <p:cNvSpPr/>
          <p:nvPr/>
        </p:nvSpPr>
        <p:spPr>
          <a:xfrm>
            <a:off x="7684656" y="2974109"/>
            <a:ext cx="1145308" cy="1043709"/>
          </a:xfrm>
          <a:prstGeom prst="ca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Basis </a:t>
            </a:r>
            <a:r>
              <a:rPr lang="en-US" dirty="0" err="1" smtClean="0"/>
              <a:t>Aturan</a:t>
            </a:r>
            <a:endParaRPr lang="en-US" dirty="0"/>
          </a:p>
        </p:txBody>
      </p:sp>
      <p:cxnSp>
        <p:nvCxnSpPr>
          <p:cNvPr id="25" name="Straight Arrow Connector 24"/>
          <p:cNvCxnSpPr>
            <a:stCxn id="23" idx="2"/>
          </p:cNvCxnSpPr>
          <p:nvPr/>
        </p:nvCxnSpPr>
        <p:spPr>
          <a:xfrm flipH="1">
            <a:off x="6982691" y="3495964"/>
            <a:ext cx="701965" cy="9929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3" idx="2"/>
          </p:cNvCxnSpPr>
          <p:nvPr/>
        </p:nvCxnSpPr>
        <p:spPr>
          <a:xfrm flipH="1">
            <a:off x="4959927" y="3495964"/>
            <a:ext cx="2724729" cy="9651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78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31C182-0AB8-804E-B09E-9B9CDE791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83059"/>
          </a:xfrm>
        </p:spPr>
        <p:txBody>
          <a:bodyPr>
            <a:normAutofit fontScale="90000"/>
          </a:bodyPr>
          <a:lstStyle/>
          <a:p>
            <a:r>
              <a:rPr lang="en-ID" dirty="0"/>
              <a:t>TUJUAN DAN FUNGSI SISTEM PAKAR 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0FB11AD6-42DB-3B4F-868B-32F6B2AA13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7775685"/>
              </p:ext>
            </p:extLst>
          </p:nvPr>
        </p:nvGraphicFramePr>
        <p:xfrm>
          <a:off x="1069975" y="1610591"/>
          <a:ext cx="10058400" cy="4561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9681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8D7A24-9932-F245-8C55-BBFD7485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EXPERTISE ATAU KEPAKARAN 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80644495-AD12-A442-B561-38A6DF055B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069633"/>
              </p:ext>
            </p:extLst>
          </p:nvPr>
        </p:nvGraphicFramePr>
        <p:xfrm>
          <a:off x="1069975" y="2120900"/>
          <a:ext cx="10058400" cy="405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531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21E181-0EA2-9845-93B4-0190979B4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Pakar</a:t>
            </a:r>
            <a:r>
              <a:rPr lang="en-US" dirty="0"/>
              <a:t>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kegiatan</a:t>
            </a:r>
            <a:r>
              <a:rPr lang="en-ID" dirty="0"/>
              <a:t> : 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5C693149-CABD-5148-A95F-F3B6CAAEE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6534956"/>
              </p:ext>
            </p:extLst>
          </p:nvPr>
        </p:nvGraphicFramePr>
        <p:xfrm>
          <a:off x="1069975" y="2120900"/>
          <a:ext cx="10058400" cy="405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172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8C87B6-084F-0248-BB66-6569FB83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55933"/>
          </a:xfrm>
        </p:spPr>
        <p:txBody>
          <a:bodyPr/>
          <a:lstStyle/>
          <a:p>
            <a:r>
              <a:rPr lang="en-ID" dirty="0"/>
              <a:t>KOMPONEN UTAMA SISTEM PAKAR 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="" xmlns:a16="http://schemas.microsoft.com/office/drawing/2014/main" id="{C750EA84-466D-FF48-A9ED-6F2E98B7B4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9106995"/>
              </p:ext>
            </p:extLst>
          </p:nvPr>
        </p:nvGraphicFramePr>
        <p:xfrm>
          <a:off x="2031999" y="1107291"/>
          <a:ext cx="85233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661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857D4D-4CC7-D442-8B0D-B5582D66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4834F3A7-B290-CB44-99B8-242CFE9A0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260198"/>
              </p:ext>
            </p:extLst>
          </p:nvPr>
        </p:nvGraphicFramePr>
        <p:xfrm>
          <a:off x="1069975" y="2120900"/>
          <a:ext cx="10058400" cy="405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290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1CF2FD-5D0C-DE46-B5CF-E7AC5C1D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5191804" cy="1155325"/>
          </a:xfrm>
        </p:spPr>
        <p:txBody>
          <a:bodyPr>
            <a:normAutofit/>
          </a:bodyPr>
          <a:lstStyle/>
          <a:p>
            <a:r>
              <a:rPr lang="en-ID" sz="3600" dirty="0"/>
              <a:t>KNOWLEDGE BASE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6D4A5C5-568C-1546-8E14-5C46CAF65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273531"/>
            <a:ext cx="2557935" cy="4050792"/>
          </a:xfrm>
        </p:spPr>
        <p:txBody>
          <a:bodyPr>
            <a:normAutofit/>
          </a:bodyPr>
          <a:lstStyle/>
          <a:p>
            <a:r>
              <a:rPr lang="en-US" altLang="en-US" sz="3200" dirty="0" err="1">
                <a:latin typeface="Tw Cen MT" panose="020B0602020104020603" pitchFamily="34" charset="77"/>
              </a:rPr>
              <a:t>Contoh</a:t>
            </a:r>
            <a:r>
              <a:rPr lang="en-US" altLang="en-US" sz="3200" dirty="0">
                <a:latin typeface="Tw Cen MT" panose="020B0602020104020603" pitchFamily="34" charset="77"/>
              </a:rPr>
              <a:t> </a:t>
            </a:r>
            <a:r>
              <a:rPr lang="en-US" altLang="en-US" sz="3200" dirty="0" err="1">
                <a:latin typeface="Tw Cen MT" panose="020B0602020104020603" pitchFamily="34" charset="77"/>
              </a:rPr>
              <a:t>aturan</a:t>
            </a:r>
            <a:r>
              <a:rPr lang="en-US" altLang="en-US" sz="3200" dirty="0">
                <a:latin typeface="Tw Cen MT" panose="020B0602020104020603" pitchFamily="34" charset="77"/>
              </a:rPr>
              <a:t/>
            </a:r>
            <a:br>
              <a:rPr lang="en-US" altLang="en-US" sz="3200" dirty="0">
                <a:latin typeface="Tw Cen MT" panose="020B0602020104020603" pitchFamily="34" charset="77"/>
              </a:rPr>
            </a:br>
            <a:r>
              <a:rPr lang="en-US" altLang="en-US" sz="2400" dirty="0">
                <a:solidFill>
                  <a:srgbClr val="1CAAE2"/>
                </a:solidFill>
                <a:latin typeface="Wingdings" pitchFamily="2" charset="2"/>
              </a:rPr>
              <a:t></a:t>
            </a:r>
            <a:r>
              <a:rPr lang="en-US" altLang="en-US" sz="2400" dirty="0" err="1">
                <a:latin typeface="Tw Cen MT" panose="020B0602020104020603" pitchFamily="34" charset="77"/>
              </a:rPr>
              <a:t>Jika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suhu</a:t>
            </a:r>
            <a:r>
              <a:rPr lang="en-US" altLang="en-US" sz="2400" dirty="0">
                <a:latin typeface="Tw Cen MT" panose="020B0602020104020603" pitchFamily="34" charset="77"/>
              </a:rPr>
              <a:t> 39 </a:t>
            </a:r>
            <a:r>
              <a:rPr lang="en-US" altLang="en-US" sz="2400" dirty="0" err="1">
                <a:latin typeface="Tw Cen MT" panose="020B0602020104020603" pitchFamily="34" charset="77"/>
              </a:rPr>
              <a:t>dan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trombosit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menurun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tajam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maka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demam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berdarah</a:t>
            </a:r>
            <a:r>
              <a:rPr lang="en-US" altLang="en-US" sz="2400" dirty="0">
                <a:latin typeface="Tw Cen MT" panose="020B0602020104020603" pitchFamily="34" charset="77"/>
              </a:rPr>
              <a:t> (0.7)</a:t>
            </a:r>
            <a:endParaRPr lang="en-US" sz="2400" dirty="0"/>
          </a:p>
        </p:txBody>
      </p:sp>
      <p:pic>
        <p:nvPicPr>
          <p:cNvPr id="2054" name="Picture 6" descr="page21image1763520">
            <a:extLst>
              <a:ext uri="{FF2B5EF4-FFF2-40B4-BE49-F238E27FC236}">
                <a16:creationId xmlns="" xmlns:a16="http://schemas.microsoft.com/office/drawing/2014/main" id="{276F048F-627E-664A-ACED-D2BEA0B4E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136525"/>
            <a:ext cx="25400" cy="2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age21image1763520">
            <a:extLst>
              <a:ext uri="{FF2B5EF4-FFF2-40B4-BE49-F238E27FC236}">
                <a16:creationId xmlns="" xmlns:a16="http://schemas.microsoft.com/office/drawing/2014/main" id="{FB031408-78D6-BA46-B496-790FF14DE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288925"/>
            <a:ext cx="25400" cy="2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78EF0B96-C72E-9741-8F23-61EC4D4BD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652" y="1810077"/>
            <a:ext cx="4701209" cy="3273925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="" xmlns:a16="http://schemas.microsoft.com/office/drawing/2014/main" id="{AD5B6056-6B33-FB4C-BE41-7D6992751D3A}"/>
              </a:ext>
            </a:extLst>
          </p:cNvPr>
          <p:cNvSpPr/>
          <p:nvPr/>
        </p:nvSpPr>
        <p:spPr>
          <a:xfrm>
            <a:off x="4600028" y="3379304"/>
            <a:ext cx="449050" cy="5367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0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19BED3-8E47-F643-9B75-B1E956000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DEVELOPMENT ENGINE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0182B7-2649-4E4A-AAE3-0C7168B0E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Bahasa </a:t>
            </a:r>
            <a:r>
              <a:rPr lang="en-ID" sz="2400" dirty="0" err="1"/>
              <a:t>pemrograman</a:t>
            </a:r>
            <a:r>
              <a:rPr lang="en-ID" sz="2400" dirty="0"/>
              <a:t> </a:t>
            </a:r>
          </a:p>
          <a:p>
            <a:pPr lvl="1"/>
            <a:r>
              <a:rPr lang="en-ID" sz="2000" dirty="0"/>
              <a:t>LISP, </a:t>
            </a:r>
            <a:r>
              <a:rPr lang="en-ID" sz="2000" dirty="0" err="1"/>
              <a:t>Prolog</a:t>
            </a:r>
            <a:r>
              <a:rPr lang="en-ID" sz="2000" dirty="0"/>
              <a:t> </a:t>
            </a:r>
          </a:p>
          <a:p>
            <a:r>
              <a:rPr lang="en-ID" sz="2400" dirty="0" err="1"/>
              <a:t>Contoh</a:t>
            </a:r>
            <a:r>
              <a:rPr lang="en-ID" sz="2400" dirty="0"/>
              <a:t> program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pakar</a:t>
            </a:r>
            <a:r>
              <a:rPr lang="en-ID" sz="2400" dirty="0"/>
              <a:t> </a:t>
            </a:r>
            <a:r>
              <a:rPr lang="en-ID" sz="2400" dirty="0" err="1"/>
              <a:t>Mycin</a:t>
            </a:r>
            <a:r>
              <a:rPr lang="en-ID" sz="2400" dirty="0"/>
              <a:t/>
            </a:r>
            <a:br>
              <a:rPr lang="en-ID" sz="2400" dirty="0"/>
            </a:br>
            <a:r>
              <a:rPr lang="en-ID" sz="2400" dirty="0"/>
              <a:t></a:t>
            </a:r>
            <a:r>
              <a:rPr lang="en-ID" sz="2400" dirty="0" err="1"/>
              <a:t>Dikembangkan</a:t>
            </a:r>
            <a:r>
              <a:rPr lang="en-ID" sz="2400" dirty="0"/>
              <a:t> </a:t>
            </a:r>
            <a:r>
              <a:rPr lang="en-ID" sz="2400" dirty="0" err="1"/>
              <a:t>oleh</a:t>
            </a:r>
            <a:r>
              <a:rPr lang="en-ID" sz="2400" dirty="0"/>
              <a:t> Edward </a:t>
            </a:r>
            <a:r>
              <a:rPr lang="en-ID" sz="2400" dirty="0" err="1"/>
              <a:t>Shortliffe</a:t>
            </a:r>
            <a:r>
              <a:rPr lang="en-ID" sz="2400" dirty="0"/>
              <a:t> (</a:t>
            </a:r>
            <a:r>
              <a:rPr lang="en-ID" sz="2400" dirty="0" err="1"/>
              <a:t>peneliti</a:t>
            </a:r>
            <a:r>
              <a:rPr lang="en-ID" sz="2400" dirty="0"/>
              <a:t>) &amp; Stanton </a:t>
            </a:r>
            <a:r>
              <a:rPr lang="en-ID" sz="2400" dirty="0" err="1"/>
              <a:t>Axline</a:t>
            </a:r>
            <a:r>
              <a:rPr lang="en-ID" sz="2400" dirty="0"/>
              <a:t> (</a:t>
            </a:r>
            <a:r>
              <a:rPr lang="en-ID" sz="2400" dirty="0" err="1"/>
              <a:t>dokter</a:t>
            </a:r>
            <a:r>
              <a:rPr lang="en-ID" sz="2400" dirty="0"/>
              <a:t>) </a:t>
            </a:r>
            <a:r>
              <a:rPr lang="en-ID" sz="2400" dirty="0" err="1"/>
              <a:t>Mycin</a:t>
            </a:r>
            <a:r>
              <a:rPr lang="en-ID" sz="2400" dirty="0"/>
              <a:t> </a:t>
            </a:r>
            <a:r>
              <a:rPr lang="en-ID" sz="2400" dirty="0" err="1"/>
              <a:t>diciptakan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mendiagnosa</a:t>
            </a:r>
            <a:r>
              <a:rPr lang="en-ID" sz="2400" dirty="0"/>
              <a:t> </a:t>
            </a:r>
            <a:r>
              <a:rPr lang="en-ID" sz="2400" dirty="0" err="1"/>
              <a:t>penyakit</a:t>
            </a:r>
            <a:r>
              <a:rPr lang="en-ID" sz="2400" dirty="0"/>
              <a:t> </a:t>
            </a:r>
            <a:r>
              <a:rPr lang="en-ID" sz="2400" dirty="0" err="1"/>
              <a:t>menular</a:t>
            </a:r>
            <a:r>
              <a:rPr lang="en-ID" sz="2400" dirty="0"/>
              <a:t> </a:t>
            </a:r>
            <a:r>
              <a:rPr lang="en-ID" sz="2400" dirty="0" err="1"/>
              <a:t>tertentu</a:t>
            </a:r>
            <a:r>
              <a:rPr lang="en-ID" sz="2400" dirty="0"/>
              <a:t> </a:t>
            </a:r>
          </a:p>
          <a:p>
            <a:r>
              <a:rPr lang="en-ID" sz="2400" dirty="0" err="1"/>
              <a:t>Peran</a:t>
            </a:r>
            <a:r>
              <a:rPr lang="en-ID" sz="2400" dirty="0"/>
              <a:t>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analis</a:t>
            </a:r>
            <a:r>
              <a:rPr lang="en-ID" sz="2400" dirty="0"/>
              <a:t/>
            </a:r>
            <a:br>
              <a:rPr lang="en-ID" sz="2400" dirty="0"/>
            </a:br>
            <a:r>
              <a:rPr lang="en-ID" sz="2400" dirty="0"/>
              <a:t></a:t>
            </a:r>
            <a:r>
              <a:rPr lang="en-ID" sz="2400" dirty="0" err="1"/>
              <a:t>Mengerti</a:t>
            </a:r>
            <a:r>
              <a:rPr lang="en-ID" sz="2400" dirty="0"/>
              <a:t>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pakar</a:t>
            </a:r>
            <a:r>
              <a:rPr lang="en-ID" sz="2400" dirty="0"/>
              <a:t> </a:t>
            </a:r>
            <a:r>
              <a:rPr lang="en-ID" sz="2400" dirty="0" err="1"/>
              <a:t>menerapkan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memecahkan</a:t>
            </a:r>
            <a:r>
              <a:rPr lang="en-ID" sz="2400" dirty="0"/>
              <a:t> </a:t>
            </a:r>
            <a:r>
              <a:rPr lang="en-ID" sz="2400" dirty="0" err="1"/>
              <a:t>masalah</a:t>
            </a:r>
            <a:r>
              <a:rPr lang="en-ID" sz="2400" dirty="0"/>
              <a:t> </a:t>
            </a:r>
            <a:r>
              <a:rPr lang="en-ID" sz="2400" dirty="0" err="1"/>
              <a:t>Mampu</a:t>
            </a:r>
            <a:r>
              <a:rPr lang="en-ID" sz="2400" dirty="0"/>
              <a:t> </a:t>
            </a:r>
            <a:r>
              <a:rPr lang="en-ID" sz="2400" dirty="0" err="1"/>
              <a:t>mengekstrasi</a:t>
            </a:r>
            <a:r>
              <a:rPr lang="en-ID" sz="2400" dirty="0"/>
              <a:t> </a:t>
            </a:r>
            <a:r>
              <a:rPr lang="en-ID" sz="2400" dirty="0" err="1"/>
              <a:t>penjelasan</a:t>
            </a:r>
            <a:r>
              <a:rPr lang="en-ID" sz="2400" dirty="0"/>
              <a:t> </a:t>
            </a:r>
            <a:r>
              <a:rPr lang="en-ID" sz="2400" dirty="0" err="1"/>
              <a:t>mengenai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pakar</a:t>
            </a:r>
            <a:r>
              <a:rPr lang="en-ID" sz="2400" dirty="0"/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376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856D53-02DA-E847-9E01-C600ABE52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KONSEP UMUM DAN KARAKTERISTIK SISTEM PAKAR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215E4AB-A810-C94D-94DF-EDD47EF5B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Akusisi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/>
            </a:r>
            <a:br>
              <a:rPr lang="en-ID" dirty="0"/>
            </a:br>
            <a:r>
              <a:rPr lang="en-ID" dirty="0"/>
              <a:t>transfer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/>
            </a:r>
            <a:br>
              <a:rPr lang="en-ID" dirty="0"/>
            </a:br>
            <a:r>
              <a:rPr lang="en-ID" dirty="0"/>
              <a:t></a:t>
            </a:r>
            <a:r>
              <a:rPr lang="en-ID" dirty="0" err="1"/>
              <a:t>Kadang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dipelajari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oleh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</a:p>
          <a:p>
            <a:r>
              <a:rPr lang="en-ID" dirty="0"/>
              <a:t>machine learning </a:t>
            </a:r>
            <a:r>
              <a:rPr lang="en-ID" dirty="0" err="1"/>
              <a:t>Representasi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</a:t>
            </a:r>
          </a:p>
          <a:p>
            <a:r>
              <a:rPr lang="en-ID" dirty="0" err="1"/>
              <a:t>Mempermudah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memroses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di </a:t>
            </a:r>
            <a:r>
              <a:rPr lang="en-ID" dirty="0" err="1"/>
              <a:t>komputer</a:t>
            </a:r>
            <a:r>
              <a:rPr lang="en-ID" dirty="0"/>
              <a:t> </a:t>
            </a:r>
          </a:p>
          <a:p>
            <a:r>
              <a:rPr lang="en-ID" dirty="0" err="1"/>
              <a:t>Inferensi</a:t>
            </a:r>
            <a:r>
              <a:rPr lang="en-ID" dirty="0"/>
              <a:t> </a:t>
            </a:r>
          </a:p>
          <a:p>
            <a:pPr marL="274320" lvl="1" indent="0">
              <a:buNone/>
            </a:pPr>
            <a:r>
              <a:rPr lang="en-ID" dirty="0"/>
              <a:t></a:t>
            </a:r>
            <a:r>
              <a:rPr lang="en-ID" dirty="0" err="1"/>
              <a:t>Mekanisme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kesimpulan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di </a:t>
            </a:r>
            <a:r>
              <a:rPr lang="en-ID" dirty="0" err="1"/>
              <a:t>komputer</a:t>
            </a:r>
            <a:r>
              <a:rPr lang="en-ID" dirty="0"/>
              <a:t> </a:t>
            </a:r>
          </a:p>
          <a:p>
            <a:r>
              <a:rPr lang="en-ID" dirty="0" err="1"/>
              <a:t>Penjelasan</a:t>
            </a:r>
            <a:r>
              <a:rPr lang="en-ID" dirty="0"/>
              <a:t> </a:t>
            </a:r>
          </a:p>
          <a:p>
            <a:pPr marL="274320" lvl="1" indent="0">
              <a:buNone/>
            </a:pPr>
            <a:r>
              <a:rPr lang="en-ID" dirty="0"/>
              <a:t>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mengapa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solusi</a:t>
            </a:r>
            <a:r>
              <a:rPr lang="en-ID" dirty="0"/>
              <a:t> </a:t>
            </a:r>
            <a:r>
              <a:rPr lang="en-ID" dirty="0" err="1"/>
              <a:t>dihasilkan</a:t>
            </a:r>
            <a:r>
              <a:rPr lang="en-ID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843FAC-A16D-694B-88B4-E401EECF1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PENGEMBANGAN TEKNOLOGI SISTEM PAKAR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7A341D-811B-694E-AFAF-CD13809D0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800" dirty="0" err="1"/>
              <a:t>Sangat</a:t>
            </a:r>
            <a:r>
              <a:rPr lang="en-ID" sz="2800" dirty="0"/>
              <a:t> </a:t>
            </a:r>
            <a:r>
              <a:rPr lang="en-ID" sz="2800" dirty="0" err="1"/>
              <a:t>dipengaruhi</a:t>
            </a:r>
            <a:r>
              <a:rPr lang="en-ID" sz="2800" dirty="0"/>
              <a:t> </a:t>
            </a:r>
            <a:r>
              <a:rPr lang="en-ID" sz="2800" dirty="0" err="1"/>
              <a:t>oleh</a:t>
            </a:r>
            <a:r>
              <a:rPr lang="en-ID" sz="2800" dirty="0"/>
              <a:t> </a:t>
            </a:r>
            <a:r>
              <a:rPr lang="en-ID" sz="2800" dirty="0" err="1"/>
              <a:t>pengetahuan</a:t>
            </a:r>
            <a:r>
              <a:rPr lang="en-ID" sz="2800" dirty="0"/>
              <a:t> </a:t>
            </a:r>
            <a:r>
              <a:rPr lang="en-ID" sz="2800" dirty="0" err="1"/>
              <a:t>kognitif</a:t>
            </a:r>
            <a:r>
              <a:rPr lang="en-ID" sz="2800" dirty="0"/>
              <a:t> </a:t>
            </a:r>
            <a:r>
              <a:rPr lang="en-ID" sz="2800" dirty="0" err="1"/>
              <a:t>dan</a:t>
            </a:r>
            <a:r>
              <a:rPr lang="en-ID" sz="2800" dirty="0"/>
              <a:t> </a:t>
            </a:r>
            <a:r>
              <a:rPr lang="en-ID" sz="2800" dirty="0" err="1"/>
              <a:t>matematika</a:t>
            </a:r>
            <a:r>
              <a:rPr lang="en-ID" sz="2800" dirty="0"/>
              <a:t> </a:t>
            </a:r>
          </a:p>
          <a:p>
            <a:pPr lvl="1"/>
            <a:r>
              <a:rPr lang="en-ID" sz="2600" dirty="0"/>
              <a:t>Cara </a:t>
            </a:r>
            <a:r>
              <a:rPr lang="en-ID" sz="2600" dirty="0" err="1"/>
              <a:t>manusia</a:t>
            </a:r>
            <a:r>
              <a:rPr lang="en-ID" sz="2600" dirty="0"/>
              <a:t> </a:t>
            </a:r>
            <a:r>
              <a:rPr lang="en-ID" sz="2600" dirty="0" err="1"/>
              <a:t>menyelesaikan</a:t>
            </a:r>
            <a:r>
              <a:rPr lang="en-ID" sz="2600" dirty="0"/>
              <a:t> </a:t>
            </a:r>
            <a:r>
              <a:rPr lang="en-ID" sz="2600" dirty="0" err="1"/>
              <a:t>masalah</a:t>
            </a:r>
            <a:endParaRPr lang="en-ID" sz="2600" dirty="0"/>
          </a:p>
          <a:p>
            <a:pPr lvl="1"/>
            <a:r>
              <a:rPr lang="en-ID" sz="2400" dirty="0"/>
              <a:t>Dasar </a:t>
            </a:r>
            <a:r>
              <a:rPr lang="en-ID" sz="2400" dirty="0" err="1"/>
              <a:t>utama</a:t>
            </a:r>
            <a:r>
              <a:rPr lang="en-ID" sz="2400" dirty="0"/>
              <a:t>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logika</a:t>
            </a:r>
            <a:r>
              <a:rPr lang="en-ID" sz="2400" dirty="0"/>
              <a:t> </a:t>
            </a:r>
            <a:r>
              <a:rPr lang="en-ID" sz="2400" dirty="0" err="1"/>
              <a:t>dan</a:t>
            </a:r>
            <a:r>
              <a:rPr lang="en-ID" sz="2400" dirty="0"/>
              <a:t> </a:t>
            </a:r>
            <a:r>
              <a:rPr lang="en-ID" sz="2400" dirty="0" err="1"/>
              <a:t>inferensi</a:t>
            </a:r>
            <a:r>
              <a:rPr lang="en-ID" sz="2400" dirty="0"/>
              <a:t> </a:t>
            </a:r>
          </a:p>
          <a:p>
            <a:r>
              <a:rPr lang="en-ID" sz="2800" dirty="0" err="1"/>
              <a:t>Aturan</a:t>
            </a:r>
            <a:r>
              <a:rPr lang="en-ID" sz="2800" dirty="0"/>
              <a:t> </a:t>
            </a:r>
            <a:r>
              <a:rPr lang="en-ID" sz="2800" dirty="0" err="1"/>
              <a:t>produksi</a:t>
            </a:r>
            <a:r>
              <a:rPr lang="en-ID" sz="2800" dirty="0"/>
              <a:t> </a:t>
            </a:r>
            <a:r>
              <a:rPr lang="en-ID" sz="2800" dirty="0" err="1"/>
              <a:t>sebagai</a:t>
            </a:r>
            <a:r>
              <a:rPr lang="en-ID" sz="2800" dirty="0"/>
              <a:t> </a:t>
            </a:r>
            <a:r>
              <a:rPr lang="en-ID" sz="2800" dirty="0" err="1"/>
              <a:t>mekanisme</a:t>
            </a:r>
            <a:r>
              <a:rPr lang="en-ID" sz="2800" dirty="0"/>
              <a:t> </a:t>
            </a:r>
            <a:r>
              <a:rPr lang="en-ID" sz="2800" dirty="0" err="1"/>
              <a:t>representasi</a:t>
            </a:r>
            <a:r>
              <a:rPr lang="en-ID" sz="2800" dirty="0"/>
              <a:t> </a:t>
            </a:r>
          </a:p>
          <a:p>
            <a:pPr lvl="1"/>
            <a:r>
              <a:rPr lang="en-ID" sz="2400" dirty="0"/>
              <a:t>IF ... THEN type rules</a:t>
            </a:r>
            <a:br>
              <a:rPr lang="en-ID" sz="2400" dirty="0"/>
            </a:br>
            <a:endParaRPr lang="en-ID" sz="24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4034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E69A32-030D-5D43-B4E3-D1780EA4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Pakar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812AE20-E7D0-7845-8139-CA302472B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DENDRAL</a:t>
            </a:r>
            <a:br>
              <a:rPr lang="en-ID" sz="2400" dirty="0"/>
            </a:br>
            <a:r>
              <a:rPr lang="en-ID" sz="2400" dirty="0"/>
              <a:t></a:t>
            </a:r>
            <a:r>
              <a:rPr lang="en-ID" sz="2400" dirty="0" err="1"/>
              <a:t>Identifikasi</a:t>
            </a:r>
            <a:r>
              <a:rPr lang="en-ID" sz="2400" dirty="0"/>
              <a:t> </a:t>
            </a:r>
            <a:r>
              <a:rPr lang="en-ID" sz="2400" dirty="0" err="1"/>
              <a:t>molekul</a:t>
            </a:r>
            <a:r>
              <a:rPr lang="en-ID" sz="2400" dirty="0"/>
              <a:t> </a:t>
            </a:r>
            <a:r>
              <a:rPr lang="en-ID" sz="2400" dirty="0" err="1"/>
              <a:t>kimia</a:t>
            </a:r>
            <a:r>
              <a:rPr lang="en-ID" sz="2400" dirty="0"/>
              <a:t> </a:t>
            </a:r>
          </a:p>
          <a:p>
            <a:r>
              <a:rPr lang="en-ID" sz="2400" dirty="0"/>
              <a:t>MYCIN</a:t>
            </a:r>
            <a:br>
              <a:rPr lang="en-ID" sz="2400" dirty="0"/>
            </a:br>
            <a:r>
              <a:rPr lang="en-ID" sz="2400" dirty="0"/>
              <a:t>Diagnosis </a:t>
            </a:r>
            <a:r>
              <a:rPr lang="en-ID" sz="2400" dirty="0" err="1"/>
              <a:t>penyakit</a:t>
            </a:r>
            <a:r>
              <a:rPr lang="en-ID" sz="2400" dirty="0"/>
              <a:t> </a:t>
            </a:r>
          </a:p>
          <a:p>
            <a:r>
              <a:rPr lang="en-ID" sz="2400" dirty="0"/>
              <a:t>PROSPECTOR</a:t>
            </a:r>
            <a:br>
              <a:rPr lang="en-ID" sz="2400" dirty="0"/>
            </a:br>
            <a:r>
              <a:rPr lang="en-ID" sz="2400" dirty="0"/>
              <a:t></a:t>
            </a:r>
            <a:r>
              <a:rPr lang="en-ID" sz="2400" dirty="0" err="1"/>
              <a:t>Analisis</a:t>
            </a:r>
            <a:r>
              <a:rPr lang="en-ID" sz="2400" dirty="0"/>
              <a:t> data </a:t>
            </a:r>
            <a:r>
              <a:rPr lang="en-ID" sz="2400" dirty="0" err="1"/>
              <a:t>geologi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keberadaan</a:t>
            </a:r>
            <a:r>
              <a:rPr lang="en-ID" sz="2400" dirty="0"/>
              <a:t> mineral </a:t>
            </a:r>
            <a:r>
              <a:rPr lang="en-ID" sz="2400" dirty="0" err="1"/>
              <a:t>Menemukan</a:t>
            </a:r>
            <a:r>
              <a:rPr lang="en-ID" sz="2400" dirty="0"/>
              <a:t> deposit mineral </a:t>
            </a:r>
            <a:r>
              <a:rPr lang="en-ID" sz="2400" dirty="0" err="1"/>
              <a:t>senilai</a:t>
            </a:r>
            <a:r>
              <a:rPr lang="en-ID" sz="2400" dirty="0"/>
              <a:t> $100 million </a:t>
            </a:r>
          </a:p>
          <a:p>
            <a:r>
              <a:rPr lang="en-ID" sz="2400" dirty="0"/>
              <a:t>XCON/R1</a:t>
            </a:r>
            <a:br>
              <a:rPr lang="en-ID" sz="2400" dirty="0"/>
            </a:br>
            <a:r>
              <a:rPr lang="en-ID" sz="2400" dirty="0"/>
              <a:t></a:t>
            </a:r>
            <a:r>
              <a:rPr lang="en-ID" sz="2400" dirty="0" err="1"/>
              <a:t>konfigurasi</a:t>
            </a:r>
            <a:r>
              <a:rPr lang="en-ID" sz="2400" dirty="0"/>
              <a:t>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komputer</a:t>
            </a:r>
            <a:r>
              <a:rPr lang="en-ID" sz="2400" dirty="0"/>
              <a:t> DEC VAX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5690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1B9CA9-C192-5A48-80C7-D7E10DD0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JANGAN GUNAKAN SBP JIKA : </a:t>
            </a:r>
            <a:br>
              <a:rPr lang="en-ID" dirty="0"/>
            </a:b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="" xmlns:a16="http://schemas.microsoft.com/office/drawing/2014/main" id="{59123061-C963-7445-917F-DB9F470DF8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991025"/>
              </p:ext>
            </p:extLst>
          </p:nvPr>
        </p:nvGraphicFramePr>
        <p:xfrm>
          <a:off x="1614557" y="128930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154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524E539E-459C-CC4E-81A1-A51F9CCC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7757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{BD56D6DD-8011-6D4A-AC16-C75E37D49F99}tf10001070</Template>
  <TotalTime>438</TotalTime>
  <Words>595</Words>
  <Application>Microsoft Office PowerPoint</Application>
  <PresentationFormat>Widescreen</PresentationFormat>
  <Paragraphs>136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Rockwell</vt:lpstr>
      <vt:lpstr>Rockwell Condensed</vt:lpstr>
      <vt:lpstr>Rockwell Extra Bold</vt:lpstr>
      <vt:lpstr>Tw Cen MT</vt:lpstr>
      <vt:lpstr>Tw Cen MT Condensed</vt:lpstr>
      <vt:lpstr>Wingdings</vt:lpstr>
      <vt:lpstr>Wood Type</vt:lpstr>
      <vt:lpstr>SISTEM BERBASIS PENGETAHUAN</vt:lpstr>
      <vt:lpstr>LINGKUP MATERI  </vt:lpstr>
      <vt:lpstr>REFERENSI  </vt:lpstr>
      <vt:lpstr>KONSEP DASAR SISTEM BERBASIS PENGETAHUAN </vt:lpstr>
      <vt:lpstr>MENGAPA DIBUTUHKAN..?</vt:lpstr>
      <vt:lpstr>SISTEM BERBASIS PENGETAHUAN  </vt:lpstr>
      <vt:lpstr>HUBUNGAN PROBLEM DOMAIN DAN KNOWLEDGE DOMAIN </vt:lpstr>
      <vt:lpstr>Apa itu system pakar..?</vt:lpstr>
      <vt:lpstr>Sistem Pendukung Keputusan Klinis (SPKK)</vt:lpstr>
      <vt:lpstr>Komponen SPKK</vt:lpstr>
      <vt:lpstr>Komponen Sistem Pakar</vt:lpstr>
      <vt:lpstr>TUJUAN DAN FUNGSI SISTEM PAKAR </vt:lpstr>
      <vt:lpstr>EXPERTISE ATAU KEPAKARAN </vt:lpstr>
      <vt:lpstr>Pakar Melibatkan kegiatan : </vt:lpstr>
      <vt:lpstr>KOMPONEN UTAMA SISTEM PAKAR </vt:lpstr>
      <vt:lpstr>User interface</vt:lpstr>
      <vt:lpstr>KNOWLEDGE BASE </vt:lpstr>
      <vt:lpstr>DEVELOPMENT ENGINE </vt:lpstr>
      <vt:lpstr>KONSEP UMUM DAN KARAKTERISTIK SISTEM PAKAR </vt:lpstr>
      <vt:lpstr>PENGEMBANGAN TEKNOLOGI SISTEM PAKAR </vt:lpstr>
      <vt:lpstr>Contoh Sistem Pakar</vt:lpstr>
      <vt:lpstr>JANGAN GUNAKAN SBP JIKA :  </vt:lpstr>
      <vt:lpstr>Terima kasih…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BERBASIS PENGETAHUAN</dc:title>
  <dc:creator>Microsoft Office User</dc:creator>
  <cp:lastModifiedBy>sri winiarti</cp:lastModifiedBy>
  <cp:revision>39</cp:revision>
  <cp:lastPrinted>2019-04-09T11:00:46Z</cp:lastPrinted>
  <dcterms:created xsi:type="dcterms:W3CDTF">2019-04-09T10:10:56Z</dcterms:created>
  <dcterms:modified xsi:type="dcterms:W3CDTF">2023-07-12T13:07:51Z</dcterms:modified>
</cp:coreProperties>
</file>