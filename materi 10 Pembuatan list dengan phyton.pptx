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  <p:sldId id="271" r:id="rId12"/>
    <p:sldId id="272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D010E4-14A3-47AB-AE54-15B6E60F02A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B2D009-2F56-4974-8EFB-6BE1D9BA54D1}">
      <dgm:prSet phldrT="[Text]"/>
      <dgm:spPr/>
      <dgm:t>
        <a:bodyPr/>
        <a:lstStyle/>
        <a:p>
          <a:r>
            <a:rPr lang="en-US" dirty="0" err="1" smtClean="0"/>
            <a:t>Definisi</a:t>
          </a:r>
          <a:endParaRPr lang="en-US" dirty="0"/>
        </a:p>
      </dgm:t>
    </dgm:pt>
    <dgm:pt modelId="{B83E2C50-3698-4B31-B01E-112EA572201D}" type="parTrans" cxnId="{EA651FBD-51DA-4777-9181-C754D2044DC3}">
      <dgm:prSet/>
      <dgm:spPr/>
      <dgm:t>
        <a:bodyPr/>
        <a:lstStyle/>
        <a:p>
          <a:endParaRPr lang="en-US"/>
        </a:p>
      </dgm:t>
    </dgm:pt>
    <dgm:pt modelId="{17D79208-9277-46E4-BAE7-650DB9051821}" type="sibTrans" cxnId="{EA651FBD-51DA-4777-9181-C754D2044DC3}">
      <dgm:prSet/>
      <dgm:spPr/>
      <dgm:t>
        <a:bodyPr/>
        <a:lstStyle/>
        <a:p>
          <a:endParaRPr lang="en-US"/>
        </a:p>
      </dgm:t>
    </dgm:pt>
    <dgm:pt modelId="{3F3AC0C1-D47A-4942-A964-8BA6B6DC831A}">
      <dgm:prSet phldrT="[Text]"/>
      <dgm:spPr/>
      <dgm:t>
        <a:bodyPr/>
        <a:lstStyle/>
        <a:p>
          <a:r>
            <a:rPr lang="en-US" dirty="0" smtClean="0"/>
            <a:t>List </a:t>
          </a:r>
          <a:r>
            <a:rPr lang="en-US" dirty="0" err="1" smtClean="0"/>
            <a:t>merupakan</a:t>
          </a:r>
          <a:r>
            <a:rPr lang="en-US" dirty="0" smtClean="0"/>
            <a:t> </a:t>
          </a:r>
          <a:r>
            <a:rPr lang="en-US" dirty="0" err="1" smtClean="0"/>
            <a:t>variabel</a:t>
          </a:r>
          <a:r>
            <a:rPr lang="en-US" dirty="0" smtClean="0"/>
            <a:t> </a:t>
          </a:r>
          <a:r>
            <a:rPr lang="en-US" dirty="0" err="1" smtClean="0"/>
            <a:t>berindex</a:t>
          </a:r>
          <a:r>
            <a:rPr lang="en-US" dirty="0" smtClean="0"/>
            <a:t> yang </a:t>
          </a:r>
          <a:r>
            <a:rPr lang="en-US" dirty="0" err="1" smtClean="0"/>
            <a:t>menyimpan</a:t>
          </a:r>
          <a:r>
            <a:rPr lang="en-US" dirty="0" smtClean="0"/>
            <a:t> data </a:t>
          </a:r>
          <a:r>
            <a:rPr lang="en-US" dirty="0" err="1" smtClean="0"/>
            <a:t>sementara</a:t>
          </a:r>
          <a:r>
            <a:rPr lang="en-US" dirty="0" smtClean="0"/>
            <a:t> </a:t>
          </a:r>
          <a:r>
            <a:rPr lang="en-US" dirty="0" err="1" smtClean="0"/>
            <a:t>dalam</a:t>
          </a:r>
          <a:r>
            <a:rPr lang="en-US" dirty="0" smtClean="0"/>
            <a:t> </a:t>
          </a:r>
          <a:r>
            <a:rPr lang="en-US" dirty="0" err="1" smtClean="0"/>
            <a:t>sebuah</a:t>
          </a:r>
          <a:r>
            <a:rPr lang="en-US" dirty="0" smtClean="0"/>
            <a:t> program </a:t>
          </a:r>
          <a:r>
            <a:rPr lang="en-US" dirty="0" err="1" smtClean="0"/>
            <a:t>selama</a:t>
          </a:r>
          <a:r>
            <a:rPr lang="en-US" dirty="0" smtClean="0"/>
            <a:t> program </a:t>
          </a:r>
          <a:r>
            <a:rPr lang="en-US" dirty="0" err="1" smtClean="0"/>
            <a:t>berjalan</a:t>
          </a:r>
          <a:endParaRPr lang="en-US" dirty="0"/>
        </a:p>
      </dgm:t>
    </dgm:pt>
    <dgm:pt modelId="{21515E69-0DE3-4875-99A3-70EDDBE2EA30}" type="parTrans" cxnId="{4056FD3F-302A-42BD-B991-2CB068BF3B2A}">
      <dgm:prSet/>
      <dgm:spPr/>
      <dgm:t>
        <a:bodyPr/>
        <a:lstStyle/>
        <a:p>
          <a:endParaRPr lang="en-US"/>
        </a:p>
      </dgm:t>
    </dgm:pt>
    <dgm:pt modelId="{2667E14B-A2B2-4DD2-B362-B722915B01CA}" type="sibTrans" cxnId="{4056FD3F-302A-42BD-B991-2CB068BF3B2A}">
      <dgm:prSet/>
      <dgm:spPr/>
      <dgm:t>
        <a:bodyPr/>
        <a:lstStyle/>
        <a:p>
          <a:endParaRPr lang="en-US"/>
        </a:p>
      </dgm:t>
    </dgm:pt>
    <dgm:pt modelId="{A049BFCC-0CB1-41C5-BF47-23D915B5C415}">
      <dgm:prSet phldrT="[Text]"/>
      <dgm:spPr/>
      <dgm:t>
        <a:bodyPr/>
        <a:lstStyle/>
        <a:p>
          <a:r>
            <a:rPr lang="en-US" dirty="0" err="1" smtClean="0"/>
            <a:t>Keistimewaan</a:t>
          </a:r>
          <a:r>
            <a:rPr lang="en-US" dirty="0" smtClean="0"/>
            <a:t> List: </a:t>
          </a:r>
          <a:r>
            <a:rPr lang="en-US" b="0" i="0" dirty="0" err="1" smtClean="0"/>
            <a:t>bisa</a:t>
          </a:r>
          <a:r>
            <a:rPr lang="en-US" b="0" i="0" dirty="0" smtClean="0"/>
            <a:t> </a:t>
          </a:r>
          <a:r>
            <a:rPr lang="en-US" b="0" i="0" dirty="0" err="1" smtClean="0"/>
            <a:t>menyimpan</a:t>
          </a:r>
          <a:r>
            <a:rPr lang="en-US" b="0" i="0" dirty="0" smtClean="0"/>
            <a:t> data yang </a:t>
          </a:r>
          <a:r>
            <a:rPr lang="en-US" b="0" i="0" dirty="0" err="1" smtClean="0"/>
            <a:t>berbeda</a:t>
          </a:r>
          <a:r>
            <a:rPr lang="en-US" b="0" i="0" dirty="0" smtClean="0"/>
            <a:t> </a:t>
          </a:r>
          <a:r>
            <a:rPr lang="en-US" b="0" i="0" dirty="0" err="1" smtClean="0"/>
            <a:t>tipe</a:t>
          </a:r>
          <a:r>
            <a:rPr lang="en-US" b="0" i="0" dirty="0" smtClean="0"/>
            <a:t> </a:t>
          </a:r>
          <a:r>
            <a:rPr lang="en-US" b="0" i="0" dirty="0" err="1" smtClean="0"/>
            <a:t>dalam</a:t>
          </a:r>
          <a:r>
            <a:rPr lang="en-US" b="0" i="0" dirty="0" smtClean="0"/>
            <a:t> </a:t>
          </a:r>
          <a:r>
            <a:rPr lang="en-US" b="0" i="0" dirty="0" err="1" smtClean="0"/>
            <a:t>satu</a:t>
          </a:r>
          <a:r>
            <a:rPr lang="en-US" b="0" i="0" dirty="0" smtClean="0"/>
            <a:t> list.</a:t>
          </a:r>
          <a:endParaRPr lang="en-US" dirty="0"/>
        </a:p>
      </dgm:t>
    </dgm:pt>
    <dgm:pt modelId="{9A8AFF85-07FB-4CD4-A60B-5CDD0E7D2DA6}" type="parTrans" cxnId="{86194A50-D212-4CD0-8443-0827A9FE1D20}">
      <dgm:prSet/>
      <dgm:spPr/>
      <dgm:t>
        <a:bodyPr/>
        <a:lstStyle/>
        <a:p>
          <a:endParaRPr lang="en-US"/>
        </a:p>
      </dgm:t>
    </dgm:pt>
    <dgm:pt modelId="{73FE63FC-51EA-4495-842C-EE47CDB5B503}" type="sibTrans" cxnId="{86194A50-D212-4CD0-8443-0827A9FE1D20}">
      <dgm:prSet/>
      <dgm:spPr/>
      <dgm:t>
        <a:bodyPr/>
        <a:lstStyle/>
        <a:p>
          <a:endParaRPr lang="en-US"/>
        </a:p>
      </dgm:t>
    </dgm:pt>
    <dgm:pt modelId="{E1A03155-48B9-46FB-94B4-5C073CE0B05C}" type="pres">
      <dgm:prSet presAssocID="{2AD010E4-14A3-47AB-AE54-15B6E60F02AD}" presName="vert0" presStyleCnt="0">
        <dgm:presLayoutVars>
          <dgm:dir/>
          <dgm:animOne val="branch"/>
          <dgm:animLvl val="lvl"/>
        </dgm:presLayoutVars>
      </dgm:prSet>
      <dgm:spPr/>
    </dgm:pt>
    <dgm:pt modelId="{4D3433AC-CF14-4271-863F-7497B244621D}" type="pres">
      <dgm:prSet presAssocID="{84B2D009-2F56-4974-8EFB-6BE1D9BA54D1}" presName="thickLine" presStyleLbl="alignNode1" presStyleIdx="0" presStyleCnt="1"/>
      <dgm:spPr/>
    </dgm:pt>
    <dgm:pt modelId="{DD2B87BC-182C-4D4E-AD92-837653E27C9B}" type="pres">
      <dgm:prSet presAssocID="{84B2D009-2F56-4974-8EFB-6BE1D9BA54D1}" presName="horz1" presStyleCnt="0"/>
      <dgm:spPr/>
    </dgm:pt>
    <dgm:pt modelId="{D6A2FEFE-BC40-4EBC-ACFC-44CCDA22CECD}" type="pres">
      <dgm:prSet presAssocID="{84B2D009-2F56-4974-8EFB-6BE1D9BA54D1}" presName="tx1" presStyleLbl="revTx" presStyleIdx="0" presStyleCnt="3"/>
      <dgm:spPr/>
    </dgm:pt>
    <dgm:pt modelId="{A946AF81-C565-4E27-BF11-A04C5BC17A23}" type="pres">
      <dgm:prSet presAssocID="{84B2D009-2F56-4974-8EFB-6BE1D9BA54D1}" presName="vert1" presStyleCnt="0"/>
      <dgm:spPr/>
    </dgm:pt>
    <dgm:pt modelId="{83885E29-2800-4C0C-9434-C4B7791358BF}" type="pres">
      <dgm:prSet presAssocID="{3F3AC0C1-D47A-4942-A964-8BA6B6DC831A}" presName="vertSpace2a" presStyleCnt="0"/>
      <dgm:spPr/>
    </dgm:pt>
    <dgm:pt modelId="{FA4CBCC0-BAF3-42E1-A09D-5C66FA8BC43D}" type="pres">
      <dgm:prSet presAssocID="{3F3AC0C1-D47A-4942-A964-8BA6B6DC831A}" presName="horz2" presStyleCnt="0"/>
      <dgm:spPr/>
    </dgm:pt>
    <dgm:pt modelId="{FC45484C-F7B8-4643-B1C5-2675E97D7D97}" type="pres">
      <dgm:prSet presAssocID="{3F3AC0C1-D47A-4942-A964-8BA6B6DC831A}" presName="horzSpace2" presStyleCnt="0"/>
      <dgm:spPr/>
    </dgm:pt>
    <dgm:pt modelId="{B122968F-2DA5-4795-9382-FA04ADC2115A}" type="pres">
      <dgm:prSet presAssocID="{3F3AC0C1-D47A-4942-A964-8BA6B6DC831A}" presName="tx2" presStyleLbl="revTx" presStyleIdx="1" presStyleCnt="3"/>
      <dgm:spPr/>
      <dgm:t>
        <a:bodyPr/>
        <a:lstStyle/>
        <a:p>
          <a:endParaRPr lang="en-US"/>
        </a:p>
      </dgm:t>
    </dgm:pt>
    <dgm:pt modelId="{B0C284D7-9E49-41B3-98A7-48EF2901FC49}" type="pres">
      <dgm:prSet presAssocID="{3F3AC0C1-D47A-4942-A964-8BA6B6DC831A}" presName="vert2" presStyleCnt="0"/>
      <dgm:spPr/>
    </dgm:pt>
    <dgm:pt modelId="{C79C1E5F-B521-45B6-AC50-162F3EDB07A5}" type="pres">
      <dgm:prSet presAssocID="{3F3AC0C1-D47A-4942-A964-8BA6B6DC831A}" presName="thinLine2b" presStyleLbl="callout" presStyleIdx="0" presStyleCnt="2"/>
      <dgm:spPr/>
    </dgm:pt>
    <dgm:pt modelId="{5DFE1E60-C90E-459B-929F-464C99C0F2B0}" type="pres">
      <dgm:prSet presAssocID="{3F3AC0C1-D47A-4942-A964-8BA6B6DC831A}" presName="vertSpace2b" presStyleCnt="0"/>
      <dgm:spPr/>
    </dgm:pt>
    <dgm:pt modelId="{67B45057-3EB6-41A0-BD3F-A4659DDE38FB}" type="pres">
      <dgm:prSet presAssocID="{A049BFCC-0CB1-41C5-BF47-23D915B5C415}" presName="horz2" presStyleCnt="0"/>
      <dgm:spPr/>
    </dgm:pt>
    <dgm:pt modelId="{4512BCFE-57AE-4275-A2D6-001814842861}" type="pres">
      <dgm:prSet presAssocID="{A049BFCC-0CB1-41C5-BF47-23D915B5C415}" presName="horzSpace2" presStyleCnt="0"/>
      <dgm:spPr/>
    </dgm:pt>
    <dgm:pt modelId="{5A89F3FC-640C-4AF4-B430-F31ACB0CB540}" type="pres">
      <dgm:prSet presAssocID="{A049BFCC-0CB1-41C5-BF47-23D915B5C415}" presName="tx2" presStyleLbl="revTx" presStyleIdx="2" presStyleCnt="3"/>
      <dgm:spPr/>
      <dgm:t>
        <a:bodyPr/>
        <a:lstStyle/>
        <a:p>
          <a:endParaRPr lang="en-US"/>
        </a:p>
      </dgm:t>
    </dgm:pt>
    <dgm:pt modelId="{B39743F0-EBCA-45CA-B74A-6FF56CF4172C}" type="pres">
      <dgm:prSet presAssocID="{A049BFCC-0CB1-41C5-BF47-23D915B5C415}" presName="vert2" presStyleCnt="0"/>
      <dgm:spPr/>
    </dgm:pt>
    <dgm:pt modelId="{2559D71B-1F2B-47CA-B61E-EE17DE9F4299}" type="pres">
      <dgm:prSet presAssocID="{A049BFCC-0CB1-41C5-BF47-23D915B5C415}" presName="thinLine2b" presStyleLbl="callout" presStyleIdx="1" presStyleCnt="2"/>
      <dgm:spPr/>
    </dgm:pt>
    <dgm:pt modelId="{64D958EE-7C42-4575-BBC9-1ADE675F04AD}" type="pres">
      <dgm:prSet presAssocID="{A049BFCC-0CB1-41C5-BF47-23D915B5C415}" presName="vertSpace2b" presStyleCnt="0"/>
      <dgm:spPr/>
    </dgm:pt>
  </dgm:ptLst>
  <dgm:cxnLst>
    <dgm:cxn modelId="{57B0BA44-20A7-4297-9827-CC19D47DC49C}" type="presOf" srcId="{3F3AC0C1-D47A-4942-A964-8BA6B6DC831A}" destId="{B122968F-2DA5-4795-9382-FA04ADC2115A}" srcOrd="0" destOrd="0" presId="urn:microsoft.com/office/officeart/2008/layout/LinedList"/>
    <dgm:cxn modelId="{86194A50-D212-4CD0-8443-0827A9FE1D20}" srcId="{84B2D009-2F56-4974-8EFB-6BE1D9BA54D1}" destId="{A049BFCC-0CB1-41C5-BF47-23D915B5C415}" srcOrd="1" destOrd="0" parTransId="{9A8AFF85-07FB-4CD4-A60B-5CDD0E7D2DA6}" sibTransId="{73FE63FC-51EA-4495-842C-EE47CDB5B503}"/>
    <dgm:cxn modelId="{EA651FBD-51DA-4777-9181-C754D2044DC3}" srcId="{2AD010E4-14A3-47AB-AE54-15B6E60F02AD}" destId="{84B2D009-2F56-4974-8EFB-6BE1D9BA54D1}" srcOrd="0" destOrd="0" parTransId="{B83E2C50-3698-4B31-B01E-112EA572201D}" sibTransId="{17D79208-9277-46E4-BAE7-650DB9051821}"/>
    <dgm:cxn modelId="{4056FD3F-302A-42BD-B991-2CB068BF3B2A}" srcId="{84B2D009-2F56-4974-8EFB-6BE1D9BA54D1}" destId="{3F3AC0C1-D47A-4942-A964-8BA6B6DC831A}" srcOrd="0" destOrd="0" parTransId="{21515E69-0DE3-4875-99A3-70EDDBE2EA30}" sibTransId="{2667E14B-A2B2-4DD2-B362-B722915B01CA}"/>
    <dgm:cxn modelId="{D32B7609-B01F-4BEA-B809-2F746F7192BB}" type="presOf" srcId="{A049BFCC-0CB1-41C5-BF47-23D915B5C415}" destId="{5A89F3FC-640C-4AF4-B430-F31ACB0CB540}" srcOrd="0" destOrd="0" presId="urn:microsoft.com/office/officeart/2008/layout/LinedList"/>
    <dgm:cxn modelId="{104D07AC-D394-4A35-BE61-137D78CCC78A}" type="presOf" srcId="{2AD010E4-14A3-47AB-AE54-15B6E60F02AD}" destId="{E1A03155-48B9-46FB-94B4-5C073CE0B05C}" srcOrd="0" destOrd="0" presId="urn:microsoft.com/office/officeart/2008/layout/LinedList"/>
    <dgm:cxn modelId="{A3E55650-8CA5-4143-9569-502B51B9998B}" type="presOf" srcId="{84B2D009-2F56-4974-8EFB-6BE1D9BA54D1}" destId="{D6A2FEFE-BC40-4EBC-ACFC-44CCDA22CECD}" srcOrd="0" destOrd="0" presId="urn:microsoft.com/office/officeart/2008/layout/LinedList"/>
    <dgm:cxn modelId="{0B762FFE-4395-4AAA-89F1-90DA6CEBD5A0}" type="presParOf" srcId="{E1A03155-48B9-46FB-94B4-5C073CE0B05C}" destId="{4D3433AC-CF14-4271-863F-7497B244621D}" srcOrd="0" destOrd="0" presId="urn:microsoft.com/office/officeart/2008/layout/LinedList"/>
    <dgm:cxn modelId="{7E118320-5AE5-4960-8BC1-4B10D01ABBBF}" type="presParOf" srcId="{E1A03155-48B9-46FB-94B4-5C073CE0B05C}" destId="{DD2B87BC-182C-4D4E-AD92-837653E27C9B}" srcOrd="1" destOrd="0" presId="urn:microsoft.com/office/officeart/2008/layout/LinedList"/>
    <dgm:cxn modelId="{C401F451-C7E8-4228-BDE0-CDCBFD792239}" type="presParOf" srcId="{DD2B87BC-182C-4D4E-AD92-837653E27C9B}" destId="{D6A2FEFE-BC40-4EBC-ACFC-44CCDA22CECD}" srcOrd="0" destOrd="0" presId="urn:microsoft.com/office/officeart/2008/layout/LinedList"/>
    <dgm:cxn modelId="{935A317A-2930-49D3-87B9-52CBC91207F7}" type="presParOf" srcId="{DD2B87BC-182C-4D4E-AD92-837653E27C9B}" destId="{A946AF81-C565-4E27-BF11-A04C5BC17A23}" srcOrd="1" destOrd="0" presId="urn:microsoft.com/office/officeart/2008/layout/LinedList"/>
    <dgm:cxn modelId="{E001331F-30A0-4664-A57B-EF94B70E8E74}" type="presParOf" srcId="{A946AF81-C565-4E27-BF11-A04C5BC17A23}" destId="{83885E29-2800-4C0C-9434-C4B7791358BF}" srcOrd="0" destOrd="0" presId="urn:microsoft.com/office/officeart/2008/layout/LinedList"/>
    <dgm:cxn modelId="{10D95FCC-E742-4B1D-ACA4-603F5CF2C35E}" type="presParOf" srcId="{A946AF81-C565-4E27-BF11-A04C5BC17A23}" destId="{FA4CBCC0-BAF3-42E1-A09D-5C66FA8BC43D}" srcOrd="1" destOrd="0" presId="urn:microsoft.com/office/officeart/2008/layout/LinedList"/>
    <dgm:cxn modelId="{0B47A495-85ED-4DA8-917F-8FE6661BF04E}" type="presParOf" srcId="{FA4CBCC0-BAF3-42E1-A09D-5C66FA8BC43D}" destId="{FC45484C-F7B8-4643-B1C5-2675E97D7D97}" srcOrd="0" destOrd="0" presId="urn:microsoft.com/office/officeart/2008/layout/LinedList"/>
    <dgm:cxn modelId="{93E150ED-5599-41DC-B069-4989023D079C}" type="presParOf" srcId="{FA4CBCC0-BAF3-42E1-A09D-5C66FA8BC43D}" destId="{B122968F-2DA5-4795-9382-FA04ADC2115A}" srcOrd="1" destOrd="0" presId="urn:microsoft.com/office/officeart/2008/layout/LinedList"/>
    <dgm:cxn modelId="{BFF1BB23-7478-4EC5-A0F0-0C1B5E398E64}" type="presParOf" srcId="{FA4CBCC0-BAF3-42E1-A09D-5C66FA8BC43D}" destId="{B0C284D7-9E49-41B3-98A7-48EF2901FC49}" srcOrd="2" destOrd="0" presId="urn:microsoft.com/office/officeart/2008/layout/LinedList"/>
    <dgm:cxn modelId="{6B0FA6C4-F216-424E-9B1C-3CDB6F80449C}" type="presParOf" srcId="{A946AF81-C565-4E27-BF11-A04C5BC17A23}" destId="{C79C1E5F-B521-45B6-AC50-162F3EDB07A5}" srcOrd="2" destOrd="0" presId="urn:microsoft.com/office/officeart/2008/layout/LinedList"/>
    <dgm:cxn modelId="{E86973C9-65D6-4725-B740-6D8536250E06}" type="presParOf" srcId="{A946AF81-C565-4E27-BF11-A04C5BC17A23}" destId="{5DFE1E60-C90E-459B-929F-464C99C0F2B0}" srcOrd="3" destOrd="0" presId="urn:microsoft.com/office/officeart/2008/layout/LinedList"/>
    <dgm:cxn modelId="{D988C57C-502B-45DC-BBC6-FF8FFD42D517}" type="presParOf" srcId="{A946AF81-C565-4E27-BF11-A04C5BC17A23}" destId="{67B45057-3EB6-41A0-BD3F-A4659DDE38FB}" srcOrd="4" destOrd="0" presId="urn:microsoft.com/office/officeart/2008/layout/LinedList"/>
    <dgm:cxn modelId="{800ABBC4-9620-4EA4-A045-EC33389D677D}" type="presParOf" srcId="{67B45057-3EB6-41A0-BD3F-A4659DDE38FB}" destId="{4512BCFE-57AE-4275-A2D6-001814842861}" srcOrd="0" destOrd="0" presId="urn:microsoft.com/office/officeart/2008/layout/LinedList"/>
    <dgm:cxn modelId="{E72655F8-3965-42FD-8753-EEAA24C97BC4}" type="presParOf" srcId="{67B45057-3EB6-41A0-BD3F-A4659DDE38FB}" destId="{5A89F3FC-640C-4AF4-B430-F31ACB0CB540}" srcOrd="1" destOrd="0" presId="urn:microsoft.com/office/officeart/2008/layout/LinedList"/>
    <dgm:cxn modelId="{0C973844-1EF1-41F1-A42D-140AE741C435}" type="presParOf" srcId="{67B45057-3EB6-41A0-BD3F-A4659DDE38FB}" destId="{B39743F0-EBCA-45CA-B74A-6FF56CF4172C}" srcOrd="2" destOrd="0" presId="urn:microsoft.com/office/officeart/2008/layout/LinedList"/>
    <dgm:cxn modelId="{E08E97FE-5F78-4271-B084-18046E6BB312}" type="presParOf" srcId="{A946AF81-C565-4E27-BF11-A04C5BC17A23}" destId="{2559D71B-1F2B-47CA-B61E-EE17DE9F4299}" srcOrd="5" destOrd="0" presId="urn:microsoft.com/office/officeart/2008/layout/LinedList"/>
    <dgm:cxn modelId="{AEB457BF-7524-41A5-B474-52EA247BA406}" type="presParOf" srcId="{A946AF81-C565-4E27-BF11-A04C5BC17A23}" destId="{64D958EE-7C42-4575-BBC9-1ADE675F04AD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8CCCA03-868F-450B-953D-8E6DFFCA03B5}" type="doc">
      <dgm:prSet loTypeId="urn:microsoft.com/office/officeart/2005/8/layout/chevron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222190B1-5049-470D-BF31-EF318921DD36}">
      <dgm:prSet phldrT="[Text]"/>
      <dgm:spPr/>
      <dgm:t>
        <a:bodyPr/>
        <a:lstStyle/>
        <a:p>
          <a:r>
            <a:rPr lang="en-US" dirty="0" smtClean="0"/>
            <a:t>1</a:t>
          </a:r>
          <a:endParaRPr lang="en-US" dirty="0"/>
        </a:p>
      </dgm:t>
    </dgm:pt>
    <dgm:pt modelId="{14A3CDBB-BB82-41AA-8DAE-62C9072B1C1C}" type="parTrans" cxnId="{FCF6E0DB-1232-4D2E-963F-D9867A5CA128}">
      <dgm:prSet/>
      <dgm:spPr/>
      <dgm:t>
        <a:bodyPr/>
        <a:lstStyle/>
        <a:p>
          <a:endParaRPr lang="en-US"/>
        </a:p>
      </dgm:t>
    </dgm:pt>
    <dgm:pt modelId="{55ECF5A0-0A22-4C0F-A139-3305A54D8C5A}" type="sibTrans" cxnId="{FCF6E0DB-1232-4D2E-963F-D9867A5CA128}">
      <dgm:prSet/>
      <dgm:spPr/>
      <dgm:t>
        <a:bodyPr/>
        <a:lstStyle/>
        <a:p>
          <a:endParaRPr lang="en-US"/>
        </a:p>
      </dgm:t>
    </dgm:pt>
    <dgm:pt modelId="{78333166-D626-4799-9170-723D5EC9679B}">
      <dgm:prSet phldrT="[Text]"/>
      <dgm:spPr/>
      <dgm:t>
        <a:bodyPr/>
        <a:lstStyle/>
        <a:p>
          <a:r>
            <a:rPr lang="en-US" b="0" i="0" dirty="0" err="1" smtClean="0"/>
            <a:t>Bahasa</a:t>
          </a:r>
          <a:r>
            <a:rPr lang="en-US" b="0" i="0" dirty="0" smtClean="0"/>
            <a:t> </a:t>
          </a:r>
          <a:r>
            <a:rPr lang="en-US" b="0" i="0" dirty="0" err="1" smtClean="0"/>
            <a:t>pemrograman</a:t>
          </a:r>
          <a:r>
            <a:rPr lang="en-US" b="0" i="0" dirty="0" smtClean="0"/>
            <a:t> python </a:t>
          </a:r>
          <a:r>
            <a:rPr lang="en-US" b="0" i="0" dirty="0" err="1" smtClean="0"/>
            <a:t>memiliki</a:t>
          </a:r>
          <a:r>
            <a:rPr lang="en-US" b="0" i="0" dirty="0" smtClean="0"/>
            <a:t> </a:t>
          </a:r>
          <a:r>
            <a:rPr lang="en-US" b="0" i="0" dirty="0" err="1" smtClean="0"/>
            <a:t>fungsi</a:t>
          </a:r>
          <a:r>
            <a:rPr lang="en-US" b="0" i="0" dirty="0" smtClean="0"/>
            <a:t> </a:t>
          </a:r>
          <a:r>
            <a:rPr lang="en-US" b="0" i="0" dirty="0" err="1" smtClean="0"/>
            <a:t>bawaan</a:t>
          </a:r>
          <a:r>
            <a:rPr lang="en-US" b="0" i="0" dirty="0" smtClean="0"/>
            <a:t> untuk </a:t>
          </a:r>
          <a:r>
            <a:rPr lang="en-US" b="0" i="0" dirty="0" err="1" smtClean="0"/>
            <a:t>memudahkan</a:t>
          </a:r>
          <a:r>
            <a:rPr lang="en-US" b="0" i="0" dirty="0" smtClean="0"/>
            <a:t> list.</a:t>
          </a:r>
          <a:endParaRPr lang="en-US" dirty="0"/>
        </a:p>
      </dgm:t>
    </dgm:pt>
    <dgm:pt modelId="{6D1CB74E-8897-4CC6-AC74-06FB71D884A4}" type="parTrans" cxnId="{98C08539-2EA7-409F-9665-36ECEC3976FD}">
      <dgm:prSet/>
      <dgm:spPr/>
      <dgm:t>
        <a:bodyPr/>
        <a:lstStyle/>
        <a:p>
          <a:endParaRPr lang="en-US"/>
        </a:p>
      </dgm:t>
    </dgm:pt>
    <dgm:pt modelId="{6195A123-2FA9-475D-A472-9417CD89B548}" type="sibTrans" cxnId="{98C08539-2EA7-409F-9665-36ECEC3976FD}">
      <dgm:prSet/>
      <dgm:spPr/>
      <dgm:t>
        <a:bodyPr/>
        <a:lstStyle/>
        <a:p>
          <a:endParaRPr lang="en-US"/>
        </a:p>
      </dgm:t>
    </dgm:pt>
    <dgm:pt modelId="{E59D49F5-5FC4-40A5-8A07-E796B91B69B0}">
      <dgm:prSet phldrT="[Text]"/>
      <dgm:spPr/>
      <dgm:t>
        <a:bodyPr/>
        <a:lstStyle/>
        <a:p>
          <a:r>
            <a:rPr lang="en-US" dirty="0" smtClean="0"/>
            <a:t>2</a:t>
          </a:r>
          <a:endParaRPr lang="en-US" dirty="0"/>
        </a:p>
      </dgm:t>
    </dgm:pt>
    <dgm:pt modelId="{EE9641ED-61D5-4A11-AF53-9CFC0D8CCA99}" type="parTrans" cxnId="{85509B1A-3CEF-43B9-BA96-3514DBC94DC9}">
      <dgm:prSet/>
      <dgm:spPr/>
      <dgm:t>
        <a:bodyPr/>
        <a:lstStyle/>
        <a:p>
          <a:endParaRPr lang="en-US"/>
        </a:p>
      </dgm:t>
    </dgm:pt>
    <dgm:pt modelId="{45E15B51-F43A-4345-A91A-0BEB83FDCABB}" type="sibTrans" cxnId="{85509B1A-3CEF-43B9-BA96-3514DBC94DC9}">
      <dgm:prSet/>
      <dgm:spPr/>
      <dgm:t>
        <a:bodyPr/>
        <a:lstStyle/>
        <a:p>
          <a:endParaRPr lang="en-US"/>
        </a:p>
      </dgm:t>
    </dgm:pt>
    <dgm:pt modelId="{36994D50-5E91-4616-8EA1-440EA8ED858D}">
      <dgm:prSet phldrT="[Text]"/>
      <dgm:spPr/>
      <dgm:t>
        <a:bodyPr/>
        <a:lstStyle/>
        <a:p>
          <a:r>
            <a:rPr lang="en-US" b="0" i="0" dirty="0" err="1" smtClean="0"/>
            <a:t>tidak</a:t>
          </a:r>
          <a:r>
            <a:rPr lang="en-US" b="0" i="0" dirty="0" smtClean="0"/>
            <a:t> </a:t>
          </a:r>
          <a:r>
            <a:rPr lang="en-US" b="0" i="0" dirty="0" err="1" smtClean="0"/>
            <a:t>perlu</a:t>
          </a:r>
          <a:r>
            <a:rPr lang="en-US" b="0" i="0" dirty="0" smtClean="0"/>
            <a:t> </a:t>
          </a:r>
          <a:r>
            <a:rPr lang="en-US" b="0" i="0" dirty="0" err="1" smtClean="0"/>
            <a:t>dideklarasikan</a:t>
          </a:r>
          <a:r>
            <a:rPr lang="en-US" b="0" i="0" dirty="0" smtClean="0"/>
            <a:t> </a:t>
          </a:r>
          <a:r>
            <a:rPr lang="en-US" b="0" i="0" dirty="0" err="1" smtClean="0"/>
            <a:t>lagi</a:t>
          </a:r>
          <a:r>
            <a:rPr lang="en-US" b="0" i="0" dirty="0" smtClean="0"/>
            <a:t> </a:t>
          </a:r>
          <a:r>
            <a:rPr lang="en-US" b="0" i="0" dirty="0" err="1" smtClean="0"/>
            <a:t>karena</a:t>
          </a:r>
          <a:r>
            <a:rPr lang="en-US" b="0" i="0" dirty="0" smtClean="0"/>
            <a:t> python </a:t>
          </a:r>
          <a:r>
            <a:rPr lang="en-US" b="0" i="0" dirty="0" err="1" smtClean="0"/>
            <a:t>sudah</a:t>
          </a:r>
          <a:r>
            <a:rPr lang="en-US" b="0" i="0" dirty="0" smtClean="0"/>
            <a:t> </a:t>
          </a:r>
          <a:r>
            <a:rPr lang="en-US" b="0" i="0" dirty="0" err="1" smtClean="0"/>
            <a:t>menyiapkannya</a:t>
          </a:r>
          <a:r>
            <a:rPr lang="en-US" b="0" i="0" dirty="0" smtClean="0"/>
            <a:t> </a:t>
          </a:r>
          <a:r>
            <a:rPr lang="en-US" b="0" i="0" dirty="0" err="1" smtClean="0"/>
            <a:t>dan</a:t>
          </a:r>
          <a:r>
            <a:rPr lang="en-US" b="0" i="0" dirty="0" smtClean="0"/>
            <a:t> </a:t>
          </a:r>
          <a:r>
            <a:rPr lang="en-US" b="0" i="0" dirty="0" err="1" smtClean="0"/>
            <a:t>kita</a:t>
          </a:r>
          <a:r>
            <a:rPr lang="en-US" b="0" i="0" dirty="0" smtClean="0"/>
            <a:t> </a:t>
          </a:r>
          <a:r>
            <a:rPr lang="en-US" b="0" i="0" dirty="0" err="1" smtClean="0"/>
            <a:t>hanya</a:t>
          </a:r>
          <a:r>
            <a:rPr lang="en-US" b="0" i="0" dirty="0" smtClean="0"/>
            <a:t> </a:t>
          </a:r>
          <a:r>
            <a:rPr lang="en-US" b="0" i="0" dirty="0" err="1" smtClean="0"/>
            <a:t>perlu</a:t>
          </a:r>
          <a:r>
            <a:rPr lang="en-US" b="0" i="0" dirty="0" smtClean="0"/>
            <a:t> </a:t>
          </a:r>
          <a:r>
            <a:rPr lang="en-US" b="0" i="0" dirty="0" err="1" smtClean="0"/>
            <a:t>memanggil</a:t>
          </a:r>
          <a:r>
            <a:rPr lang="en-US" b="0" i="0" dirty="0" smtClean="0"/>
            <a:t> </a:t>
          </a:r>
          <a:r>
            <a:rPr lang="en-US" b="0" i="0" dirty="0" err="1" smtClean="0"/>
            <a:t>fungsi</a:t>
          </a:r>
          <a:r>
            <a:rPr lang="en-US" b="0" i="0" dirty="0" smtClean="0"/>
            <a:t> list </a:t>
          </a:r>
          <a:r>
            <a:rPr lang="en-US" b="0" i="0" dirty="0" err="1" smtClean="0"/>
            <a:t>tersebut</a:t>
          </a:r>
          <a:endParaRPr lang="en-US" dirty="0"/>
        </a:p>
      </dgm:t>
    </dgm:pt>
    <dgm:pt modelId="{E9F460C2-6DF9-4611-A8E1-B0C398132A2B}" type="parTrans" cxnId="{CBCA8F90-6BCD-4ADF-BE62-35F3EBED40AA}">
      <dgm:prSet/>
      <dgm:spPr/>
      <dgm:t>
        <a:bodyPr/>
        <a:lstStyle/>
        <a:p>
          <a:endParaRPr lang="en-US"/>
        </a:p>
      </dgm:t>
    </dgm:pt>
    <dgm:pt modelId="{C5CC3C2B-6CDC-4F88-9861-A88F74E66AF5}" type="sibTrans" cxnId="{CBCA8F90-6BCD-4ADF-BE62-35F3EBED40AA}">
      <dgm:prSet/>
      <dgm:spPr/>
      <dgm:t>
        <a:bodyPr/>
        <a:lstStyle/>
        <a:p>
          <a:endParaRPr lang="en-US"/>
        </a:p>
      </dgm:t>
    </dgm:pt>
    <dgm:pt modelId="{C61C2F35-43BE-4396-BFBF-252FB36A80E3}" type="pres">
      <dgm:prSet presAssocID="{48CCCA03-868F-450B-953D-8E6DFFCA03B5}" presName="linearFlow" presStyleCnt="0">
        <dgm:presLayoutVars>
          <dgm:dir/>
          <dgm:animLvl val="lvl"/>
          <dgm:resizeHandles val="exact"/>
        </dgm:presLayoutVars>
      </dgm:prSet>
      <dgm:spPr/>
    </dgm:pt>
    <dgm:pt modelId="{553DD8CC-9A11-4A59-BE4A-DD63A85F71B9}" type="pres">
      <dgm:prSet presAssocID="{222190B1-5049-470D-BF31-EF318921DD36}" presName="composite" presStyleCnt="0"/>
      <dgm:spPr/>
    </dgm:pt>
    <dgm:pt modelId="{5B6D1E25-C049-43DF-AC1A-B936198C3F0F}" type="pres">
      <dgm:prSet presAssocID="{222190B1-5049-470D-BF31-EF318921DD36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35E6A1E4-B2B7-4B86-BF25-9BD01F7E2CED}" type="pres">
      <dgm:prSet presAssocID="{222190B1-5049-470D-BF31-EF318921DD36}" presName="descendantText" presStyleLbl="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5CF9732-AD52-4E14-B272-611956A7EBE8}" type="pres">
      <dgm:prSet presAssocID="{55ECF5A0-0A22-4C0F-A139-3305A54D8C5A}" presName="sp" presStyleCnt="0"/>
      <dgm:spPr/>
    </dgm:pt>
    <dgm:pt modelId="{D3775243-BC95-46EA-A9AA-3AE18C884386}" type="pres">
      <dgm:prSet presAssocID="{E59D49F5-5FC4-40A5-8A07-E796B91B69B0}" presName="composite" presStyleCnt="0"/>
      <dgm:spPr/>
    </dgm:pt>
    <dgm:pt modelId="{B46613BF-CF14-4019-A791-ACB3DD9DDD50}" type="pres">
      <dgm:prSet presAssocID="{E59D49F5-5FC4-40A5-8A07-E796B91B69B0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8591FE83-7C08-40E8-9D8D-F059857A00F2}" type="pres">
      <dgm:prSet presAssocID="{E59D49F5-5FC4-40A5-8A07-E796B91B69B0}" presName="descendantText" presStyleLbl="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4AD246D-E582-4C83-9594-C35848A36D61}" type="presOf" srcId="{36994D50-5E91-4616-8EA1-440EA8ED858D}" destId="{8591FE83-7C08-40E8-9D8D-F059857A00F2}" srcOrd="0" destOrd="0" presId="urn:microsoft.com/office/officeart/2005/8/layout/chevron2"/>
    <dgm:cxn modelId="{CBCA8F90-6BCD-4ADF-BE62-35F3EBED40AA}" srcId="{E59D49F5-5FC4-40A5-8A07-E796B91B69B0}" destId="{36994D50-5E91-4616-8EA1-440EA8ED858D}" srcOrd="0" destOrd="0" parTransId="{E9F460C2-6DF9-4611-A8E1-B0C398132A2B}" sibTransId="{C5CC3C2B-6CDC-4F88-9861-A88F74E66AF5}"/>
    <dgm:cxn modelId="{98C08539-2EA7-409F-9665-36ECEC3976FD}" srcId="{222190B1-5049-470D-BF31-EF318921DD36}" destId="{78333166-D626-4799-9170-723D5EC9679B}" srcOrd="0" destOrd="0" parTransId="{6D1CB74E-8897-4CC6-AC74-06FB71D884A4}" sibTransId="{6195A123-2FA9-475D-A472-9417CD89B548}"/>
    <dgm:cxn modelId="{717B2336-4174-42F9-B85C-53592B4C9C6C}" type="presOf" srcId="{E59D49F5-5FC4-40A5-8A07-E796B91B69B0}" destId="{B46613BF-CF14-4019-A791-ACB3DD9DDD50}" srcOrd="0" destOrd="0" presId="urn:microsoft.com/office/officeart/2005/8/layout/chevron2"/>
    <dgm:cxn modelId="{85509B1A-3CEF-43B9-BA96-3514DBC94DC9}" srcId="{48CCCA03-868F-450B-953D-8E6DFFCA03B5}" destId="{E59D49F5-5FC4-40A5-8A07-E796B91B69B0}" srcOrd="1" destOrd="0" parTransId="{EE9641ED-61D5-4A11-AF53-9CFC0D8CCA99}" sibTransId="{45E15B51-F43A-4345-A91A-0BEB83FDCABB}"/>
    <dgm:cxn modelId="{C8569FF5-C0B9-45FA-9728-58CF15B9DB16}" type="presOf" srcId="{48CCCA03-868F-450B-953D-8E6DFFCA03B5}" destId="{C61C2F35-43BE-4396-BFBF-252FB36A80E3}" srcOrd="0" destOrd="0" presId="urn:microsoft.com/office/officeart/2005/8/layout/chevron2"/>
    <dgm:cxn modelId="{FCF6E0DB-1232-4D2E-963F-D9867A5CA128}" srcId="{48CCCA03-868F-450B-953D-8E6DFFCA03B5}" destId="{222190B1-5049-470D-BF31-EF318921DD36}" srcOrd="0" destOrd="0" parTransId="{14A3CDBB-BB82-41AA-8DAE-62C9072B1C1C}" sibTransId="{55ECF5A0-0A22-4C0F-A139-3305A54D8C5A}"/>
    <dgm:cxn modelId="{0FE351F9-D59A-4824-BE79-9B9CBCF21990}" type="presOf" srcId="{222190B1-5049-470D-BF31-EF318921DD36}" destId="{5B6D1E25-C049-43DF-AC1A-B936198C3F0F}" srcOrd="0" destOrd="0" presId="urn:microsoft.com/office/officeart/2005/8/layout/chevron2"/>
    <dgm:cxn modelId="{CCF51559-1C22-47C5-9D09-FB5DD23A4CA3}" type="presOf" srcId="{78333166-D626-4799-9170-723D5EC9679B}" destId="{35E6A1E4-B2B7-4B86-BF25-9BD01F7E2CED}" srcOrd="0" destOrd="0" presId="urn:microsoft.com/office/officeart/2005/8/layout/chevron2"/>
    <dgm:cxn modelId="{03AF9C51-A892-4903-B80A-7C869CBE321F}" type="presParOf" srcId="{C61C2F35-43BE-4396-BFBF-252FB36A80E3}" destId="{553DD8CC-9A11-4A59-BE4A-DD63A85F71B9}" srcOrd="0" destOrd="0" presId="urn:microsoft.com/office/officeart/2005/8/layout/chevron2"/>
    <dgm:cxn modelId="{B452926E-CD65-488F-A72F-D120C38F4173}" type="presParOf" srcId="{553DD8CC-9A11-4A59-BE4A-DD63A85F71B9}" destId="{5B6D1E25-C049-43DF-AC1A-B936198C3F0F}" srcOrd="0" destOrd="0" presId="urn:microsoft.com/office/officeart/2005/8/layout/chevron2"/>
    <dgm:cxn modelId="{1BEC8E05-0715-40B1-B735-46D7521E48D9}" type="presParOf" srcId="{553DD8CC-9A11-4A59-BE4A-DD63A85F71B9}" destId="{35E6A1E4-B2B7-4B86-BF25-9BD01F7E2CED}" srcOrd="1" destOrd="0" presId="urn:microsoft.com/office/officeart/2005/8/layout/chevron2"/>
    <dgm:cxn modelId="{11CC3072-5D13-462C-A7FA-BFBA4AE46D8E}" type="presParOf" srcId="{C61C2F35-43BE-4396-BFBF-252FB36A80E3}" destId="{45CF9732-AD52-4E14-B272-611956A7EBE8}" srcOrd="1" destOrd="0" presId="urn:microsoft.com/office/officeart/2005/8/layout/chevron2"/>
    <dgm:cxn modelId="{09EB7CE2-A22B-4E13-A460-25E3C6042B5E}" type="presParOf" srcId="{C61C2F35-43BE-4396-BFBF-252FB36A80E3}" destId="{D3775243-BC95-46EA-A9AA-3AE18C884386}" srcOrd="2" destOrd="0" presId="urn:microsoft.com/office/officeart/2005/8/layout/chevron2"/>
    <dgm:cxn modelId="{5460F2B0-BEFB-43F6-981F-7833257DFE26}" type="presParOf" srcId="{D3775243-BC95-46EA-A9AA-3AE18C884386}" destId="{B46613BF-CF14-4019-A791-ACB3DD9DDD50}" srcOrd="0" destOrd="0" presId="urn:microsoft.com/office/officeart/2005/8/layout/chevron2"/>
    <dgm:cxn modelId="{4360572B-D4F7-4DD1-8308-C708D692423C}" type="presParOf" srcId="{D3775243-BC95-46EA-A9AA-3AE18C884386}" destId="{8591FE83-7C08-40E8-9D8D-F059857A00F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23E099-A46A-46E9-BA67-AAF251727A0A}" type="doc">
      <dgm:prSet loTypeId="urn:microsoft.com/office/officeart/2005/8/layout/vList5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2C1A498D-70CA-4FBB-AAAA-B98C8F943305}">
      <dgm:prSet phldrT="[Text]"/>
      <dgm:spPr/>
      <dgm:t>
        <a:bodyPr/>
        <a:lstStyle/>
        <a:p>
          <a:r>
            <a:rPr lang="en-US" b="1" i="0" dirty="0" err="1" smtClean="0"/>
            <a:t>len</a:t>
          </a:r>
          <a:r>
            <a:rPr lang="en-US" b="1" i="0" dirty="0" smtClean="0"/>
            <a:t> </a:t>
          </a:r>
          <a:endParaRPr lang="en-US" dirty="0"/>
        </a:p>
      </dgm:t>
    </dgm:pt>
    <dgm:pt modelId="{2087D718-7B48-4504-A317-F489659E1F70}" type="parTrans" cxnId="{F9436656-21AA-4CC2-B2A2-A8B06DBD0767}">
      <dgm:prSet/>
      <dgm:spPr/>
      <dgm:t>
        <a:bodyPr/>
        <a:lstStyle/>
        <a:p>
          <a:endParaRPr lang="en-US"/>
        </a:p>
      </dgm:t>
    </dgm:pt>
    <dgm:pt modelId="{48D539DA-317A-413F-8873-E812AE2ADEA9}" type="sibTrans" cxnId="{F9436656-21AA-4CC2-B2A2-A8B06DBD0767}">
      <dgm:prSet/>
      <dgm:spPr/>
      <dgm:t>
        <a:bodyPr/>
        <a:lstStyle/>
        <a:p>
          <a:endParaRPr lang="en-US"/>
        </a:p>
      </dgm:t>
    </dgm:pt>
    <dgm:pt modelId="{046FE471-91E0-4DD3-AED6-4F8F70D90F55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menghitung</a:t>
          </a:r>
          <a:r>
            <a:rPr lang="en-US" b="0" i="0" dirty="0" smtClean="0"/>
            <a:t> total </a:t>
          </a:r>
          <a:r>
            <a:rPr lang="en-US" b="0" i="0" dirty="0" err="1" smtClean="0"/>
            <a:t>jumlah</a:t>
          </a:r>
          <a:r>
            <a:rPr lang="en-US" b="0" i="0" dirty="0" smtClean="0"/>
            <a:t> index list</a:t>
          </a:r>
          <a:endParaRPr lang="en-US" dirty="0"/>
        </a:p>
      </dgm:t>
    </dgm:pt>
    <dgm:pt modelId="{29A34D40-7B2E-46E4-A3A0-0E5CA6F402B7}" type="parTrans" cxnId="{10978BD9-3396-41AD-9E27-B29A94E5E716}">
      <dgm:prSet/>
      <dgm:spPr/>
      <dgm:t>
        <a:bodyPr/>
        <a:lstStyle/>
        <a:p>
          <a:endParaRPr lang="en-US"/>
        </a:p>
      </dgm:t>
    </dgm:pt>
    <dgm:pt modelId="{78958ABB-7614-48A4-BA74-8EA5815A9CB9}" type="sibTrans" cxnId="{10978BD9-3396-41AD-9E27-B29A94E5E716}">
      <dgm:prSet/>
      <dgm:spPr/>
      <dgm:t>
        <a:bodyPr/>
        <a:lstStyle/>
        <a:p>
          <a:endParaRPr lang="en-US"/>
        </a:p>
      </dgm:t>
    </dgm:pt>
    <dgm:pt modelId="{8C76CAAC-B43D-4953-B610-A5BF522D0155}">
      <dgm:prSet phldrT="[Text]"/>
      <dgm:spPr/>
      <dgm:t>
        <a:bodyPr/>
        <a:lstStyle/>
        <a:p>
          <a:r>
            <a:rPr lang="en-US" b="1" i="0" dirty="0" smtClean="0"/>
            <a:t>count </a:t>
          </a:r>
          <a:endParaRPr lang="en-US" dirty="0"/>
        </a:p>
      </dgm:t>
    </dgm:pt>
    <dgm:pt modelId="{E2B80342-E1D9-45EA-BA9E-D9CFAEB42CDA}" type="parTrans" cxnId="{6B7CE7CA-AFB2-4603-990F-FF7B4F53EEB0}">
      <dgm:prSet/>
      <dgm:spPr/>
      <dgm:t>
        <a:bodyPr/>
        <a:lstStyle/>
        <a:p>
          <a:endParaRPr lang="en-US"/>
        </a:p>
      </dgm:t>
    </dgm:pt>
    <dgm:pt modelId="{FBB798A8-46E9-4C5F-BFDF-57B5E3894890}" type="sibTrans" cxnId="{6B7CE7CA-AFB2-4603-990F-FF7B4F53EEB0}">
      <dgm:prSet/>
      <dgm:spPr/>
      <dgm:t>
        <a:bodyPr/>
        <a:lstStyle/>
        <a:p>
          <a:endParaRPr lang="en-US"/>
        </a:p>
      </dgm:t>
    </dgm:pt>
    <dgm:pt modelId="{BF8CD278-8526-46F7-8D61-C3AFDFBEEC6C}">
      <dgm:prSet phldrT="[Text]"/>
      <dgm:spPr/>
      <dgm:t>
        <a:bodyPr/>
        <a:lstStyle/>
        <a:p>
          <a:r>
            <a:rPr lang="en-US" b="0" i="0" dirty="0" err="1" smtClean="0"/>
            <a:t>menghitung</a:t>
          </a:r>
          <a:r>
            <a:rPr lang="en-US" b="0" i="0" dirty="0" smtClean="0"/>
            <a:t> total data </a:t>
          </a:r>
          <a:r>
            <a:rPr lang="en-US" b="0" i="0" dirty="0" err="1" smtClean="0"/>
            <a:t>pada</a:t>
          </a:r>
          <a:r>
            <a:rPr lang="en-US" b="0" i="0" dirty="0" smtClean="0"/>
            <a:t> list </a:t>
          </a:r>
          <a:r>
            <a:rPr lang="en-US" b="0" i="0" dirty="0" err="1" smtClean="0"/>
            <a:t>dengan</a:t>
          </a:r>
          <a:r>
            <a:rPr lang="en-US" b="0" i="0" dirty="0" smtClean="0"/>
            <a:t> value</a:t>
          </a:r>
          <a:endParaRPr lang="en-US" dirty="0"/>
        </a:p>
      </dgm:t>
    </dgm:pt>
    <dgm:pt modelId="{7112E0BB-7BE2-48AB-AAE6-5D5DACF48C08}" type="parTrans" cxnId="{B2152273-F938-4AF1-9D25-2E80A4157C6F}">
      <dgm:prSet/>
      <dgm:spPr/>
      <dgm:t>
        <a:bodyPr/>
        <a:lstStyle/>
        <a:p>
          <a:endParaRPr lang="en-US"/>
        </a:p>
      </dgm:t>
    </dgm:pt>
    <dgm:pt modelId="{4C78F836-D11E-49D3-BFA2-E43EBCBAB7F7}" type="sibTrans" cxnId="{B2152273-F938-4AF1-9D25-2E80A4157C6F}">
      <dgm:prSet/>
      <dgm:spPr/>
      <dgm:t>
        <a:bodyPr/>
        <a:lstStyle/>
        <a:p>
          <a:endParaRPr lang="en-US"/>
        </a:p>
      </dgm:t>
    </dgm:pt>
    <dgm:pt modelId="{C9A25440-4861-4E7F-934D-0DDCE532994E}">
      <dgm:prSet phldrT="[Text]"/>
      <dgm:spPr/>
      <dgm:t>
        <a:bodyPr/>
        <a:lstStyle/>
        <a:p>
          <a:r>
            <a:rPr lang="en-US" b="1" i="0" dirty="0" smtClean="0"/>
            <a:t>append </a:t>
          </a:r>
          <a:endParaRPr lang="en-US" dirty="0"/>
        </a:p>
      </dgm:t>
    </dgm:pt>
    <dgm:pt modelId="{57640BB5-F271-4F99-A1C5-0E567BD377D6}" type="parTrans" cxnId="{5E788283-BE65-463A-BFFF-1B5C3D330996}">
      <dgm:prSet/>
      <dgm:spPr/>
      <dgm:t>
        <a:bodyPr/>
        <a:lstStyle/>
        <a:p>
          <a:endParaRPr lang="en-US"/>
        </a:p>
      </dgm:t>
    </dgm:pt>
    <dgm:pt modelId="{6D46F3FE-6741-4699-8A23-F60BB5648627}" type="sibTrans" cxnId="{5E788283-BE65-463A-BFFF-1B5C3D330996}">
      <dgm:prSet/>
      <dgm:spPr/>
      <dgm:t>
        <a:bodyPr/>
        <a:lstStyle/>
        <a:p>
          <a:endParaRPr lang="en-US"/>
        </a:p>
      </dgm:t>
    </dgm:pt>
    <dgm:pt modelId="{64279934-5BB9-4EC0-9207-7A37F0777039}">
      <dgm:prSet phldrT="[Text]"/>
      <dgm:spPr/>
      <dgm:t>
        <a:bodyPr/>
        <a:lstStyle/>
        <a:p>
          <a:r>
            <a:rPr lang="en-US" b="0" i="0" dirty="0" err="1" smtClean="0"/>
            <a:t>Berfungsi</a:t>
          </a:r>
          <a:r>
            <a:rPr lang="en-US" b="0" i="0" dirty="0" smtClean="0"/>
            <a:t> untuk </a:t>
          </a:r>
          <a:r>
            <a:rPr lang="en-US" b="0" i="0" dirty="0" err="1" smtClean="0"/>
            <a:t>Menambah</a:t>
          </a:r>
          <a:r>
            <a:rPr lang="en-US" b="0" i="0" dirty="0" smtClean="0"/>
            <a:t>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baru</a:t>
          </a:r>
          <a:r>
            <a:rPr lang="en-US" b="0" i="0" dirty="0" smtClean="0"/>
            <a:t> </a:t>
          </a:r>
          <a:r>
            <a:rPr lang="en-US" b="0" i="0" dirty="0" err="1" smtClean="0"/>
            <a:t>pada</a:t>
          </a:r>
          <a:r>
            <a:rPr lang="en-US" b="0" i="0" dirty="0" smtClean="0"/>
            <a:t> list</a:t>
          </a:r>
          <a:endParaRPr lang="en-US" dirty="0"/>
        </a:p>
      </dgm:t>
    </dgm:pt>
    <dgm:pt modelId="{F4D7B8D5-1849-449B-A6CC-84C27F8A8978}" type="parTrans" cxnId="{6E8F803E-5CA6-4950-941C-4243525D34D1}">
      <dgm:prSet/>
      <dgm:spPr/>
      <dgm:t>
        <a:bodyPr/>
        <a:lstStyle/>
        <a:p>
          <a:endParaRPr lang="en-US"/>
        </a:p>
      </dgm:t>
    </dgm:pt>
    <dgm:pt modelId="{BA3FA1BD-7A2A-4106-A977-A2BAAC0E0790}" type="sibTrans" cxnId="{6E8F803E-5CA6-4950-941C-4243525D34D1}">
      <dgm:prSet/>
      <dgm:spPr/>
      <dgm:t>
        <a:bodyPr/>
        <a:lstStyle/>
        <a:p>
          <a:endParaRPr lang="en-US"/>
        </a:p>
      </dgm:t>
    </dgm:pt>
    <dgm:pt modelId="{BEA612A3-ACF5-438C-B86F-1092078F5954}">
      <dgm:prSet/>
      <dgm:spPr/>
      <dgm:t>
        <a:bodyPr/>
        <a:lstStyle/>
        <a:p>
          <a:r>
            <a:rPr lang="en-US" b="1" i="0" dirty="0" smtClean="0"/>
            <a:t>insert </a:t>
          </a:r>
          <a:r>
            <a:rPr lang="en-US" b="0" i="0" dirty="0" smtClean="0"/>
            <a:t> </a:t>
          </a:r>
          <a:endParaRPr lang="en-US" dirty="0"/>
        </a:p>
      </dgm:t>
    </dgm:pt>
    <dgm:pt modelId="{262E4136-6E85-436B-A545-11FB51524E6D}" type="parTrans" cxnId="{FFED4794-D929-4C8A-B5BE-FF67E8CBB24F}">
      <dgm:prSet/>
      <dgm:spPr/>
      <dgm:t>
        <a:bodyPr/>
        <a:lstStyle/>
        <a:p>
          <a:endParaRPr lang="en-US"/>
        </a:p>
      </dgm:t>
    </dgm:pt>
    <dgm:pt modelId="{8F40C346-5082-417E-9B2A-49DD58BF4E58}" type="sibTrans" cxnId="{FFED4794-D929-4C8A-B5BE-FF67E8CBB24F}">
      <dgm:prSet/>
      <dgm:spPr/>
      <dgm:t>
        <a:bodyPr/>
        <a:lstStyle/>
        <a:p>
          <a:endParaRPr lang="en-US"/>
        </a:p>
      </dgm:t>
    </dgm:pt>
    <dgm:pt modelId="{239336B3-8220-4786-8733-82C6BBE40F02}">
      <dgm:prSet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menyisipkan</a:t>
          </a:r>
          <a:r>
            <a:rPr lang="en-US" b="0" i="0" dirty="0" smtClean="0"/>
            <a:t> data di index </a:t>
          </a:r>
          <a:r>
            <a:rPr lang="en-US" b="0" i="0" dirty="0" err="1" smtClean="0"/>
            <a:t>tertentu</a:t>
          </a:r>
          <a:endParaRPr lang="en-US" dirty="0"/>
        </a:p>
      </dgm:t>
    </dgm:pt>
    <dgm:pt modelId="{0D540868-CEE3-4729-990F-6D7C225CEA20}" type="parTrans" cxnId="{6F778BE6-CB1B-43BF-A646-732DB3D8FA0B}">
      <dgm:prSet/>
      <dgm:spPr/>
      <dgm:t>
        <a:bodyPr/>
        <a:lstStyle/>
        <a:p>
          <a:endParaRPr lang="en-US"/>
        </a:p>
      </dgm:t>
    </dgm:pt>
    <dgm:pt modelId="{2F63A49E-497B-4366-9C5A-EFBB2D62BDD5}" type="sibTrans" cxnId="{6F778BE6-CB1B-43BF-A646-732DB3D8FA0B}">
      <dgm:prSet/>
      <dgm:spPr/>
      <dgm:t>
        <a:bodyPr/>
        <a:lstStyle/>
        <a:p>
          <a:endParaRPr lang="en-US"/>
        </a:p>
      </dgm:t>
    </dgm:pt>
    <dgm:pt modelId="{08E3DD7D-7F7F-485C-9A7E-64C467831256}">
      <dgm:prSet/>
      <dgm:spPr/>
      <dgm:t>
        <a:bodyPr/>
        <a:lstStyle/>
        <a:p>
          <a:r>
            <a:rPr lang="en-US" b="1" i="0" dirty="0" smtClean="0"/>
            <a:t>index </a:t>
          </a:r>
          <a:r>
            <a:rPr lang="en-US" b="0" i="0" dirty="0" smtClean="0"/>
            <a:t> </a:t>
          </a:r>
          <a:endParaRPr lang="en-US" dirty="0"/>
        </a:p>
      </dgm:t>
    </dgm:pt>
    <dgm:pt modelId="{1D16014B-6E7F-430D-BEAE-5753308A5161}" type="parTrans" cxnId="{F0F5BD4C-E0E9-46B8-8AA7-378F008C08A3}">
      <dgm:prSet/>
      <dgm:spPr/>
      <dgm:t>
        <a:bodyPr/>
        <a:lstStyle/>
        <a:p>
          <a:endParaRPr lang="en-US"/>
        </a:p>
      </dgm:t>
    </dgm:pt>
    <dgm:pt modelId="{BE669177-947B-4550-B33C-E3A2EEB4ACCD}" type="sibTrans" cxnId="{F0F5BD4C-E0E9-46B8-8AA7-378F008C08A3}">
      <dgm:prSet/>
      <dgm:spPr/>
      <dgm:t>
        <a:bodyPr/>
        <a:lstStyle/>
        <a:p>
          <a:endParaRPr lang="en-US"/>
        </a:p>
      </dgm:t>
    </dgm:pt>
    <dgm:pt modelId="{833E381A-F748-44A4-9139-0C5F114829A1}">
      <dgm:prSet/>
      <dgm:spPr/>
      <dgm:t>
        <a:bodyPr/>
        <a:lstStyle/>
        <a:p>
          <a:r>
            <a:rPr lang="en-US" b="0" i="0" smtClean="0"/>
            <a:t>Untuk menemukan data pada list melalui posisi dari index tertentu</a:t>
          </a:r>
          <a:endParaRPr lang="en-US" dirty="0"/>
        </a:p>
      </dgm:t>
    </dgm:pt>
    <dgm:pt modelId="{92773E5E-76A8-4889-AA25-AE9E3CD02DD8}" type="parTrans" cxnId="{24AD56B3-DD27-42BC-AD50-4929432E58F7}">
      <dgm:prSet/>
      <dgm:spPr/>
      <dgm:t>
        <a:bodyPr/>
        <a:lstStyle/>
        <a:p>
          <a:endParaRPr lang="en-US"/>
        </a:p>
      </dgm:t>
    </dgm:pt>
    <dgm:pt modelId="{08064187-E8E8-4169-A93F-406C65F63A1D}" type="sibTrans" cxnId="{24AD56B3-DD27-42BC-AD50-4929432E58F7}">
      <dgm:prSet/>
      <dgm:spPr/>
      <dgm:t>
        <a:bodyPr/>
        <a:lstStyle/>
        <a:p>
          <a:endParaRPr lang="en-US"/>
        </a:p>
      </dgm:t>
    </dgm:pt>
    <dgm:pt modelId="{935EC9C0-8BF4-42AD-8EF3-E15879596284}" type="pres">
      <dgm:prSet presAssocID="{5723E099-A46A-46E9-BA67-AAF251727A0A}" presName="Name0" presStyleCnt="0">
        <dgm:presLayoutVars>
          <dgm:dir/>
          <dgm:animLvl val="lvl"/>
          <dgm:resizeHandles val="exact"/>
        </dgm:presLayoutVars>
      </dgm:prSet>
      <dgm:spPr/>
    </dgm:pt>
    <dgm:pt modelId="{8148409D-90A2-4BF7-B9C3-8F5640A6FFEB}" type="pres">
      <dgm:prSet presAssocID="{2C1A498D-70CA-4FBB-AAAA-B98C8F943305}" presName="linNode" presStyleCnt="0"/>
      <dgm:spPr/>
    </dgm:pt>
    <dgm:pt modelId="{80E0DF2F-7C0B-495C-96B6-3F8F42A20DF7}" type="pres">
      <dgm:prSet presAssocID="{2C1A498D-70CA-4FBB-AAAA-B98C8F943305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397064-B139-496E-B059-FBE6D3806C12}" type="pres">
      <dgm:prSet presAssocID="{2C1A498D-70CA-4FBB-AAAA-B98C8F943305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5A7389-A1AA-49B3-BE4D-6A8154C3DE48}" type="pres">
      <dgm:prSet presAssocID="{48D539DA-317A-413F-8873-E812AE2ADEA9}" presName="sp" presStyleCnt="0"/>
      <dgm:spPr/>
    </dgm:pt>
    <dgm:pt modelId="{95E0D72C-C9B3-4745-9144-47B4F7546206}" type="pres">
      <dgm:prSet presAssocID="{8C76CAAC-B43D-4953-B610-A5BF522D0155}" presName="linNode" presStyleCnt="0"/>
      <dgm:spPr/>
    </dgm:pt>
    <dgm:pt modelId="{C2139431-2531-4896-B710-3356EAAAF3EC}" type="pres">
      <dgm:prSet presAssocID="{8C76CAAC-B43D-4953-B610-A5BF522D0155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7151F3-D9D7-424F-9E70-2B82338ABD11}" type="pres">
      <dgm:prSet presAssocID="{8C76CAAC-B43D-4953-B610-A5BF522D0155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1F6401-618A-479E-BCC6-8AB905675A11}" type="pres">
      <dgm:prSet presAssocID="{FBB798A8-46E9-4C5F-BFDF-57B5E3894890}" presName="sp" presStyleCnt="0"/>
      <dgm:spPr/>
    </dgm:pt>
    <dgm:pt modelId="{25229A1D-24FD-4A5C-AE92-90DE6AF3ED47}" type="pres">
      <dgm:prSet presAssocID="{C9A25440-4861-4E7F-934D-0DDCE532994E}" presName="linNode" presStyleCnt="0"/>
      <dgm:spPr/>
    </dgm:pt>
    <dgm:pt modelId="{29ED66FB-9B65-4A98-A43D-0E8286C0EC25}" type="pres">
      <dgm:prSet presAssocID="{C9A25440-4861-4E7F-934D-0DDCE532994E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9F79FC-D462-4E36-9998-76A6F2BA4938}" type="pres">
      <dgm:prSet presAssocID="{C9A25440-4861-4E7F-934D-0DDCE532994E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466527-9372-472C-A0EA-96E114F9993F}" type="pres">
      <dgm:prSet presAssocID="{6D46F3FE-6741-4699-8A23-F60BB5648627}" presName="sp" presStyleCnt="0"/>
      <dgm:spPr/>
    </dgm:pt>
    <dgm:pt modelId="{E9F30765-7635-4205-96F2-0E1A675D2187}" type="pres">
      <dgm:prSet presAssocID="{BEA612A3-ACF5-438C-B86F-1092078F5954}" presName="linNode" presStyleCnt="0"/>
      <dgm:spPr/>
    </dgm:pt>
    <dgm:pt modelId="{1A216240-BAFB-4D7B-BFA9-A621B25FC489}" type="pres">
      <dgm:prSet presAssocID="{BEA612A3-ACF5-438C-B86F-1092078F5954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68DE2E3-BD46-4222-8386-EECA3FA4D64C}" type="pres">
      <dgm:prSet presAssocID="{BEA612A3-ACF5-438C-B86F-1092078F5954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0D866D9-77A1-4D55-85F0-96A458EBA9C0}" type="pres">
      <dgm:prSet presAssocID="{8F40C346-5082-417E-9B2A-49DD58BF4E58}" presName="sp" presStyleCnt="0"/>
      <dgm:spPr/>
    </dgm:pt>
    <dgm:pt modelId="{B80946C0-0414-4434-93BE-CD33091D967F}" type="pres">
      <dgm:prSet presAssocID="{08E3DD7D-7F7F-485C-9A7E-64C467831256}" presName="linNode" presStyleCnt="0"/>
      <dgm:spPr/>
    </dgm:pt>
    <dgm:pt modelId="{1CC4ACD3-79BF-4EC0-B89D-079543624CD5}" type="pres">
      <dgm:prSet presAssocID="{08E3DD7D-7F7F-485C-9A7E-64C467831256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ADC56C-D8FB-4044-8142-8FEC83379639}" type="pres">
      <dgm:prSet presAssocID="{08E3DD7D-7F7F-485C-9A7E-64C467831256}" presName="descendantText" presStyleLbl="alignAccFollowNode1" presStyleIdx="4" presStyleCnt="5">
        <dgm:presLayoutVars>
          <dgm:bulletEnabled val="1"/>
        </dgm:presLayoutVars>
      </dgm:prSet>
      <dgm:spPr/>
    </dgm:pt>
  </dgm:ptLst>
  <dgm:cxnLst>
    <dgm:cxn modelId="{6B3F8891-D9C4-4C09-9251-7F3B241E4028}" type="presOf" srcId="{C9A25440-4861-4E7F-934D-0DDCE532994E}" destId="{29ED66FB-9B65-4A98-A43D-0E8286C0EC25}" srcOrd="0" destOrd="0" presId="urn:microsoft.com/office/officeart/2005/8/layout/vList5"/>
    <dgm:cxn modelId="{F0F5BD4C-E0E9-46B8-8AA7-378F008C08A3}" srcId="{5723E099-A46A-46E9-BA67-AAF251727A0A}" destId="{08E3DD7D-7F7F-485C-9A7E-64C467831256}" srcOrd="4" destOrd="0" parTransId="{1D16014B-6E7F-430D-BEAE-5753308A5161}" sibTransId="{BE669177-947B-4550-B33C-E3A2EEB4ACCD}"/>
    <dgm:cxn modelId="{4CF17003-37F5-464D-BDC4-47A477FB38F2}" type="presOf" srcId="{64279934-5BB9-4EC0-9207-7A37F0777039}" destId="{7C9F79FC-D462-4E36-9998-76A6F2BA4938}" srcOrd="0" destOrd="0" presId="urn:microsoft.com/office/officeart/2005/8/layout/vList5"/>
    <dgm:cxn modelId="{F9436656-21AA-4CC2-B2A2-A8B06DBD0767}" srcId="{5723E099-A46A-46E9-BA67-AAF251727A0A}" destId="{2C1A498D-70CA-4FBB-AAAA-B98C8F943305}" srcOrd="0" destOrd="0" parTransId="{2087D718-7B48-4504-A317-F489659E1F70}" sibTransId="{48D539DA-317A-413F-8873-E812AE2ADEA9}"/>
    <dgm:cxn modelId="{FB2D276F-187D-451E-A18F-C8BCB6564DF0}" type="presOf" srcId="{8C76CAAC-B43D-4953-B610-A5BF522D0155}" destId="{C2139431-2531-4896-B710-3356EAAAF3EC}" srcOrd="0" destOrd="0" presId="urn:microsoft.com/office/officeart/2005/8/layout/vList5"/>
    <dgm:cxn modelId="{6F778BE6-CB1B-43BF-A646-732DB3D8FA0B}" srcId="{BEA612A3-ACF5-438C-B86F-1092078F5954}" destId="{239336B3-8220-4786-8733-82C6BBE40F02}" srcOrd="0" destOrd="0" parTransId="{0D540868-CEE3-4729-990F-6D7C225CEA20}" sibTransId="{2F63A49E-497B-4366-9C5A-EFBB2D62BDD5}"/>
    <dgm:cxn modelId="{6E8F803E-5CA6-4950-941C-4243525D34D1}" srcId="{C9A25440-4861-4E7F-934D-0DDCE532994E}" destId="{64279934-5BB9-4EC0-9207-7A37F0777039}" srcOrd="0" destOrd="0" parTransId="{F4D7B8D5-1849-449B-A6CC-84C27F8A8978}" sibTransId="{BA3FA1BD-7A2A-4106-A977-A2BAAC0E0790}"/>
    <dgm:cxn modelId="{00905703-8581-482A-B61F-9455D9BE9194}" type="presOf" srcId="{046FE471-91E0-4DD3-AED6-4F8F70D90F55}" destId="{C4397064-B139-496E-B059-FBE6D3806C12}" srcOrd="0" destOrd="0" presId="urn:microsoft.com/office/officeart/2005/8/layout/vList5"/>
    <dgm:cxn modelId="{D01D4069-4D6C-413F-A647-257C76087621}" type="presOf" srcId="{BF8CD278-8526-46F7-8D61-C3AFDFBEEC6C}" destId="{147151F3-D9D7-424F-9E70-2B82338ABD11}" srcOrd="0" destOrd="0" presId="urn:microsoft.com/office/officeart/2005/8/layout/vList5"/>
    <dgm:cxn modelId="{71269C8A-B843-4AF3-B62A-96E4B1322471}" type="presOf" srcId="{239336B3-8220-4786-8733-82C6BBE40F02}" destId="{068DE2E3-BD46-4222-8386-EECA3FA4D64C}" srcOrd="0" destOrd="0" presId="urn:microsoft.com/office/officeart/2005/8/layout/vList5"/>
    <dgm:cxn modelId="{24AD56B3-DD27-42BC-AD50-4929432E58F7}" srcId="{08E3DD7D-7F7F-485C-9A7E-64C467831256}" destId="{833E381A-F748-44A4-9139-0C5F114829A1}" srcOrd="0" destOrd="0" parTransId="{92773E5E-76A8-4889-AA25-AE9E3CD02DD8}" sibTransId="{08064187-E8E8-4169-A93F-406C65F63A1D}"/>
    <dgm:cxn modelId="{6B7CE7CA-AFB2-4603-990F-FF7B4F53EEB0}" srcId="{5723E099-A46A-46E9-BA67-AAF251727A0A}" destId="{8C76CAAC-B43D-4953-B610-A5BF522D0155}" srcOrd="1" destOrd="0" parTransId="{E2B80342-E1D9-45EA-BA9E-D9CFAEB42CDA}" sibTransId="{FBB798A8-46E9-4C5F-BFDF-57B5E3894890}"/>
    <dgm:cxn modelId="{C0ADE9DA-22E3-4A29-80AE-262D66471B49}" type="presOf" srcId="{5723E099-A46A-46E9-BA67-AAF251727A0A}" destId="{935EC9C0-8BF4-42AD-8EF3-E15879596284}" srcOrd="0" destOrd="0" presId="urn:microsoft.com/office/officeart/2005/8/layout/vList5"/>
    <dgm:cxn modelId="{10978BD9-3396-41AD-9E27-B29A94E5E716}" srcId="{2C1A498D-70CA-4FBB-AAAA-B98C8F943305}" destId="{046FE471-91E0-4DD3-AED6-4F8F70D90F55}" srcOrd="0" destOrd="0" parTransId="{29A34D40-7B2E-46E4-A3A0-0E5CA6F402B7}" sibTransId="{78958ABB-7614-48A4-BA74-8EA5815A9CB9}"/>
    <dgm:cxn modelId="{5E788283-BE65-463A-BFFF-1B5C3D330996}" srcId="{5723E099-A46A-46E9-BA67-AAF251727A0A}" destId="{C9A25440-4861-4E7F-934D-0DDCE532994E}" srcOrd="2" destOrd="0" parTransId="{57640BB5-F271-4F99-A1C5-0E567BD377D6}" sibTransId="{6D46F3FE-6741-4699-8A23-F60BB5648627}"/>
    <dgm:cxn modelId="{2D1C0F31-6498-4FA6-A8F9-DD05D4B59E21}" type="presOf" srcId="{08E3DD7D-7F7F-485C-9A7E-64C467831256}" destId="{1CC4ACD3-79BF-4EC0-B89D-079543624CD5}" srcOrd="0" destOrd="0" presId="urn:microsoft.com/office/officeart/2005/8/layout/vList5"/>
    <dgm:cxn modelId="{D52B948A-1D1F-4BA9-B0E2-0FEF7C9959B7}" type="presOf" srcId="{2C1A498D-70CA-4FBB-AAAA-B98C8F943305}" destId="{80E0DF2F-7C0B-495C-96B6-3F8F42A20DF7}" srcOrd="0" destOrd="0" presId="urn:microsoft.com/office/officeart/2005/8/layout/vList5"/>
    <dgm:cxn modelId="{FFED4794-D929-4C8A-B5BE-FF67E8CBB24F}" srcId="{5723E099-A46A-46E9-BA67-AAF251727A0A}" destId="{BEA612A3-ACF5-438C-B86F-1092078F5954}" srcOrd="3" destOrd="0" parTransId="{262E4136-6E85-436B-A545-11FB51524E6D}" sibTransId="{8F40C346-5082-417E-9B2A-49DD58BF4E58}"/>
    <dgm:cxn modelId="{922C694D-9092-4623-BE81-98FD2EDA805F}" type="presOf" srcId="{BEA612A3-ACF5-438C-B86F-1092078F5954}" destId="{1A216240-BAFB-4D7B-BFA9-A621B25FC489}" srcOrd="0" destOrd="0" presId="urn:microsoft.com/office/officeart/2005/8/layout/vList5"/>
    <dgm:cxn modelId="{62CB96B4-A871-4EDA-9489-7FBFBAACBD2B}" type="presOf" srcId="{833E381A-F748-44A4-9139-0C5F114829A1}" destId="{DAADC56C-D8FB-4044-8142-8FEC83379639}" srcOrd="0" destOrd="0" presId="urn:microsoft.com/office/officeart/2005/8/layout/vList5"/>
    <dgm:cxn modelId="{B2152273-F938-4AF1-9D25-2E80A4157C6F}" srcId="{8C76CAAC-B43D-4953-B610-A5BF522D0155}" destId="{BF8CD278-8526-46F7-8D61-C3AFDFBEEC6C}" srcOrd="0" destOrd="0" parTransId="{7112E0BB-7BE2-48AB-AAE6-5D5DACF48C08}" sibTransId="{4C78F836-D11E-49D3-BFA2-E43EBCBAB7F7}"/>
    <dgm:cxn modelId="{5483E65C-ED50-4A43-BCB9-23983538117F}" type="presParOf" srcId="{935EC9C0-8BF4-42AD-8EF3-E15879596284}" destId="{8148409D-90A2-4BF7-B9C3-8F5640A6FFEB}" srcOrd="0" destOrd="0" presId="urn:microsoft.com/office/officeart/2005/8/layout/vList5"/>
    <dgm:cxn modelId="{B5697EDE-D1DA-4291-80F7-A861436E9A6E}" type="presParOf" srcId="{8148409D-90A2-4BF7-B9C3-8F5640A6FFEB}" destId="{80E0DF2F-7C0B-495C-96B6-3F8F42A20DF7}" srcOrd="0" destOrd="0" presId="urn:microsoft.com/office/officeart/2005/8/layout/vList5"/>
    <dgm:cxn modelId="{6694CA99-D4CD-4A08-8F19-7B84992FBC63}" type="presParOf" srcId="{8148409D-90A2-4BF7-B9C3-8F5640A6FFEB}" destId="{C4397064-B139-496E-B059-FBE6D3806C12}" srcOrd="1" destOrd="0" presId="urn:microsoft.com/office/officeart/2005/8/layout/vList5"/>
    <dgm:cxn modelId="{193FE0BB-F012-4EA0-9961-9575697CD8CC}" type="presParOf" srcId="{935EC9C0-8BF4-42AD-8EF3-E15879596284}" destId="{415A7389-A1AA-49B3-BE4D-6A8154C3DE48}" srcOrd="1" destOrd="0" presId="urn:microsoft.com/office/officeart/2005/8/layout/vList5"/>
    <dgm:cxn modelId="{7E9353B6-AF9E-491F-BAFD-061F3B28AC3C}" type="presParOf" srcId="{935EC9C0-8BF4-42AD-8EF3-E15879596284}" destId="{95E0D72C-C9B3-4745-9144-47B4F7546206}" srcOrd="2" destOrd="0" presId="urn:microsoft.com/office/officeart/2005/8/layout/vList5"/>
    <dgm:cxn modelId="{BBB10524-56EB-45E7-BDBB-C7DDA1877762}" type="presParOf" srcId="{95E0D72C-C9B3-4745-9144-47B4F7546206}" destId="{C2139431-2531-4896-B710-3356EAAAF3EC}" srcOrd="0" destOrd="0" presId="urn:microsoft.com/office/officeart/2005/8/layout/vList5"/>
    <dgm:cxn modelId="{08684E51-7893-4952-9F1C-A7A6B6161161}" type="presParOf" srcId="{95E0D72C-C9B3-4745-9144-47B4F7546206}" destId="{147151F3-D9D7-424F-9E70-2B82338ABD11}" srcOrd="1" destOrd="0" presId="urn:microsoft.com/office/officeart/2005/8/layout/vList5"/>
    <dgm:cxn modelId="{B03F0812-0F25-43E3-A34F-73E948B6FFCD}" type="presParOf" srcId="{935EC9C0-8BF4-42AD-8EF3-E15879596284}" destId="{A01F6401-618A-479E-BCC6-8AB905675A11}" srcOrd="3" destOrd="0" presId="urn:microsoft.com/office/officeart/2005/8/layout/vList5"/>
    <dgm:cxn modelId="{C2F41D90-A691-47E9-AD7A-F8AE64C4AF82}" type="presParOf" srcId="{935EC9C0-8BF4-42AD-8EF3-E15879596284}" destId="{25229A1D-24FD-4A5C-AE92-90DE6AF3ED47}" srcOrd="4" destOrd="0" presId="urn:microsoft.com/office/officeart/2005/8/layout/vList5"/>
    <dgm:cxn modelId="{9383A66C-889A-4DCE-BB78-6034CF8B1E87}" type="presParOf" srcId="{25229A1D-24FD-4A5C-AE92-90DE6AF3ED47}" destId="{29ED66FB-9B65-4A98-A43D-0E8286C0EC25}" srcOrd="0" destOrd="0" presId="urn:microsoft.com/office/officeart/2005/8/layout/vList5"/>
    <dgm:cxn modelId="{D4E0293B-868A-48DC-8470-1376DF1F5024}" type="presParOf" srcId="{25229A1D-24FD-4A5C-AE92-90DE6AF3ED47}" destId="{7C9F79FC-D462-4E36-9998-76A6F2BA4938}" srcOrd="1" destOrd="0" presId="urn:microsoft.com/office/officeart/2005/8/layout/vList5"/>
    <dgm:cxn modelId="{C881051B-1C42-4876-8B74-2318796F5153}" type="presParOf" srcId="{935EC9C0-8BF4-42AD-8EF3-E15879596284}" destId="{B4466527-9372-472C-A0EA-96E114F9993F}" srcOrd="5" destOrd="0" presId="urn:microsoft.com/office/officeart/2005/8/layout/vList5"/>
    <dgm:cxn modelId="{A0E48EBA-7517-4B5A-A78B-86F38C209B0B}" type="presParOf" srcId="{935EC9C0-8BF4-42AD-8EF3-E15879596284}" destId="{E9F30765-7635-4205-96F2-0E1A675D2187}" srcOrd="6" destOrd="0" presId="urn:microsoft.com/office/officeart/2005/8/layout/vList5"/>
    <dgm:cxn modelId="{61D29D78-7341-45AD-8087-EB589A089911}" type="presParOf" srcId="{E9F30765-7635-4205-96F2-0E1A675D2187}" destId="{1A216240-BAFB-4D7B-BFA9-A621B25FC489}" srcOrd="0" destOrd="0" presId="urn:microsoft.com/office/officeart/2005/8/layout/vList5"/>
    <dgm:cxn modelId="{BBC1C120-200A-4016-9DAD-6D4191F97284}" type="presParOf" srcId="{E9F30765-7635-4205-96F2-0E1A675D2187}" destId="{068DE2E3-BD46-4222-8386-EECA3FA4D64C}" srcOrd="1" destOrd="0" presId="urn:microsoft.com/office/officeart/2005/8/layout/vList5"/>
    <dgm:cxn modelId="{F5687F09-396E-4DAA-8542-48AD054BD495}" type="presParOf" srcId="{935EC9C0-8BF4-42AD-8EF3-E15879596284}" destId="{20D866D9-77A1-4D55-85F0-96A458EBA9C0}" srcOrd="7" destOrd="0" presId="urn:microsoft.com/office/officeart/2005/8/layout/vList5"/>
    <dgm:cxn modelId="{37898EAC-F4A7-44BC-AAC6-1D93CAFED0AA}" type="presParOf" srcId="{935EC9C0-8BF4-42AD-8EF3-E15879596284}" destId="{B80946C0-0414-4434-93BE-CD33091D967F}" srcOrd="8" destOrd="0" presId="urn:microsoft.com/office/officeart/2005/8/layout/vList5"/>
    <dgm:cxn modelId="{52E04188-970D-4861-9BC6-1C45726EE973}" type="presParOf" srcId="{B80946C0-0414-4434-93BE-CD33091D967F}" destId="{1CC4ACD3-79BF-4EC0-B89D-079543624CD5}" srcOrd="0" destOrd="0" presId="urn:microsoft.com/office/officeart/2005/8/layout/vList5"/>
    <dgm:cxn modelId="{09A8F59D-CBC5-4673-B8E0-08160836CC04}" type="presParOf" srcId="{B80946C0-0414-4434-93BE-CD33091D967F}" destId="{DAADC56C-D8FB-4044-8142-8FEC8337963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A7CAD04-B0A8-41A9-A5BC-6690AD4A4491}" type="doc">
      <dgm:prSet loTypeId="urn:microsoft.com/office/officeart/2005/8/layout/vList5" loCatId="list" qsTypeId="urn:microsoft.com/office/officeart/2005/8/quickstyle/simple1" qsCatId="simple" csTypeId="urn:microsoft.com/office/officeart/2005/8/colors/accent1_4" csCatId="accent1" phldr="1"/>
      <dgm:spPr/>
      <dgm:t>
        <a:bodyPr/>
        <a:lstStyle/>
        <a:p>
          <a:endParaRPr lang="en-US"/>
        </a:p>
      </dgm:t>
    </dgm:pt>
    <dgm:pt modelId="{14EBEA47-4510-4817-9C93-EC6880BB770F}">
      <dgm:prSet phldrT="[Text]"/>
      <dgm:spPr/>
      <dgm:t>
        <a:bodyPr/>
        <a:lstStyle/>
        <a:p>
          <a:r>
            <a:rPr lang="en-US" b="1" i="0" dirty="0" smtClean="0"/>
            <a:t>pop </a:t>
          </a:r>
          <a:endParaRPr lang="en-US" dirty="0"/>
        </a:p>
      </dgm:t>
    </dgm:pt>
    <dgm:pt modelId="{C334F10A-6D47-4CA1-AD37-20AFC789E00C}" type="parTrans" cxnId="{3256AD01-BD44-45CF-990E-F06CA14337BD}">
      <dgm:prSet/>
      <dgm:spPr/>
      <dgm:t>
        <a:bodyPr/>
        <a:lstStyle/>
        <a:p>
          <a:endParaRPr lang="en-US"/>
        </a:p>
      </dgm:t>
    </dgm:pt>
    <dgm:pt modelId="{C09D0EA2-9124-4865-BC95-46F56785840E}" type="sibTrans" cxnId="{3256AD01-BD44-45CF-990E-F06CA14337BD}">
      <dgm:prSet/>
      <dgm:spPr/>
      <dgm:t>
        <a:bodyPr/>
        <a:lstStyle/>
        <a:p>
          <a:endParaRPr lang="en-US"/>
        </a:p>
      </dgm:t>
    </dgm:pt>
    <dgm:pt modelId="{BE5DCBA7-CC05-4D64-B8FE-351DE3C2C6D5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membuang</a:t>
          </a:r>
          <a:r>
            <a:rPr lang="en-US" b="0" i="0" dirty="0" smtClean="0"/>
            <a:t>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dari</a:t>
          </a:r>
          <a:r>
            <a:rPr lang="en-US" b="0" i="0" dirty="0" smtClean="0"/>
            <a:t> list </a:t>
          </a:r>
          <a:r>
            <a:rPr lang="en-US" b="0" i="0" dirty="0" err="1" smtClean="0"/>
            <a:t>berdasarkan</a:t>
          </a:r>
          <a:r>
            <a:rPr lang="en-US" b="0" i="0" dirty="0" smtClean="0"/>
            <a:t> index </a:t>
          </a:r>
          <a:r>
            <a:rPr lang="en-US" b="0" i="0" dirty="0" err="1" smtClean="0"/>
            <a:t>terakhir</a:t>
          </a:r>
          <a:r>
            <a:rPr lang="en-US" b="0" i="0" dirty="0" smtClean="0"/>
            <a:t>.</a:t>
          </a:r>
          <a:endParaRPr lang="en-US" dirty="0"/>
        </a:p>
      </dgm:t>
    </dgm:pt>
    <dgm:pt modelId="{6FC6EA42-1F99-45E8-B45C-392BD6D2A80D}" type="parTrans" cxnId="{467E0DC7-CD26-43DD-BC35-E6159CA665E2}">
      <dgm:prSet/>
      <dgm:spPr/>
      <dgm:t>
        <a:bodyPr/>
        <a:lstStyle/>
        <a:p>
          <a:endParaRPr lang="en-US"/>
        </a:p>
      </dgm:t>
    </dgm:pt>
    <dgm:pt modelId="{76D78BE6-22E7-4E26-8891-AB88EB3C096D}" type="sibTrans" cxnId="{467E0DC7-CD26-43DD-BC35-E6159CA665E2}">
      <dgm:prSet/>
      <dgm:spPr/>
      <dgm:t>
        <a:bodyPr/>
        <a:lstStyle/>
        <a:p>
          <a:endParaRPr lang="en-US"/>
        </a:p>
      </dgm:t>
    </dgm:pt>
    <dgm:pt modelId="{3B053B36-9351-4B93-95AB-4D9CC2A17806}">
      <dgm:prSet phldrT="[Text]"/>
      <dgm:spPr/>
      <dgm:t>
        <a:bodyPr/>
        <a:lstStyle/>
        <a:p>
          <a:r>
            <a:rPr lang="en-US" b="1" i="0" dirty="0" smtClean="0"/>
            <a:t>remove </a:t>
          </a:r>
          <a:endParaRPr lang="en-US" dirty="0"/>
        </a:p>
      </dgm:t>
    </dgm:pt>
    <dgm:pt modelId="{C727D3B3-92E5-41DB-AA88-5C3936E68172}" type="parTrans" cxnId="{32A91CF4-5625-406D-A5AF-F96C836DFD2B}">
      <dgm:prSet/>
      <dgm:spPr/>
      <dgm:t>
        <a:bodyPr/>
        <a:lstStyle/>
        <a:p>
          <a:endParaRPr lang="en-US"/>
        </a:p>
      </dgm:t>
    </dgm:pt>
    <dgm:pt modelId="{101FAFD3-0875-4020-8AD2-6C4C2D701EB4}" type="sibTrans" cxnId="{32A91CF4-5625-406D-A5AF-F96C836DFD2B}">
      <dgm:prSet/>
      <dgm:spPr/>
      <dgm:t>
        <a:bodyPr/>
        <a:lstStyle/>
        <a:p>
          <a:endParaRPr lang="en-US"/>
        </a:p>
      </dgm:t>
    </dgm:pt>
    <dgm:pt modelId="{FDAC90AE-3972-40E2-84DF-E8DCB2DC668C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membuang</a:t>
          </a:r>
          <a:r>
            <a:rPr lang="en-US" b="0" i="0" dirty="0" smtClean="0"/>
            <a:t> </a:t>
          </a:r>
          <a:r>
            <a:rPr lang="en-US" b="0" i="0" dirty="0" err="1" smtClean="0"/>
            <a:t>atau</a:t>
          </a:r>
          <a:r>
            <a:rPr lang="en-US" b="0" i="0" dirty="0" smtClean="0"/>
            <a:t> </a:t>
          </a:r>
          <a:r>
            <a:rPr lang="en-US" b="0" i="0" dirty="0" err="1" smtClean="0"/>
            <a:t>menghapus</a:t>
          </a:r>
          <a:r>
            <a:rPr lang="en-US" b="0" i="0" dirty="0" smtClean="0"/>
            <a:t>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dari</a:t>
          </a:r>
          <a:r>
            <a:rPr lang="en-US" b="0" i="0" dirty="0" smtClean="0"/>
            <a:t> list </a:t>
          </a:r>
          <a:r>
            <a:rPr lang="en-US" b="0" i="0" dirty="0" err="1" smtClean="0"/>
            <a:t>berdasarkan</a:t>
          </a:r>
          <a:r>
            <a:rPr lang="en-US" b="0" i="0" dirty="0" smtClean="0"/>
            <a:t> index yang </a:t>
          </a:r>
          <a:r>
            <a:rPr lang="en-US" b="0" i="0" dirty="0" err="1" smtClean="0"/>
            <a:t>ditentukan</a:t>
          </a:r>
          <a:endParaRPr lang="en-US" dirty="0"/>
        </a:p>
      </dgm:t>
    </dgm:pt>
    <dgm:pt modelId="{813CEE2C-6F90-465F-AC50-9BFD18A0DF80}" type="parTrans" cxnId="{2733092D-A490-40F0-833C-2CD68C13C145}">
      <dgm:prSet/>
      <dgm:spPr/>
      <dgm:t>
        <a:bodyPr/>
        <a:lstStyle/>
        <a:p>
          <a:endParaRPr lang="en-US"/>
        </a:p>
      </dgm:t>
    </dgm:pt>
    <dgm:pt modelId="{E9042F85-23C4-436E-A602-DEC368445D6F}" type="sibTrans" cxnId="{2733092D-A490-40F0-833C-2CD68C13C145}">
      <dgm:prSet/>
      <dgm:spPr/>
      <dgm:t>
        <a:bodyPr/>
        <a:lstStyle/>
        <a:p>
          <a:endParaRPr lang="en-US"/>
        </a:p>
      </dgm:t>
    </dgm:pt>
    <dgm:pt modelId="{83BC2247-25B2-4CC6-BFDC-8B6D0A2069E9}">
      <dgm:prSet phldrT="[Text]"/>
      <dgm:spPr/>
      <dgm:t>
        <a:bodyPr/>
        <a:lstStyle/>
        <a:p>
          <a:r>
            <a:rPr lang="en-US" b="1" i="0" dirty="0" smtClean="0"/>
            <a:t>extend </a:t>
          </a:r>
          <a:endParaRPr lang="en-US" dirty="0"/>
        </a:p>
      </dgm:t>
    </dgm:pt>
    <dgm:pt modelId="{0CD277E0-F2AA-4356-A829-F0BE544F9536}" type="parTrans" cxnId="{14452263-F118-4FD3-9390-3DEE2AD73ECC}">
      <dgm:prSet/>
      <dgm:spPr/>
      <dgm:t>
        <a:bodyPr/>
        <a:lstStyle/>
        <a:p>
          <a:endParaRPr lang="en-US"/>
        </a:p>
      </dgm:t>
    </dgm:pt>
    <dgm:pt modelId="{1D0F4E77-2CD7-4A09-BA2A-236AE15E9223}" type="sibTrans" cxnId="{14452263-F118-4FD3-9390-3DEE2AD73ECC}">
      <dgm:prSet/>
      <dgm:spPr/>
      <dgm:t>
        <a:bodyPr/>
        <a:lstStyle/>
        <a:p>
          <a:endParaRPr lang="en-US"/>
        </a:p>
      </dgm:t>
    </dgm:pt>
    <dgm:pt modelId="{26BB6109-EF58-4D74-A959-B2104EAC53D7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menggabungkan</a:t>
          </a:r>
          <a:r>
            <a:rPr lang="en-US" b="0" i="0" dirty="0" smtClean="0"/>
            <a:t> list di python</a:t>
          </a:r>
          <a:endParaRPr lang="en-US" dirty="0"/>
        </a:p>
      </dgm:t>
    </dgm:pt>
    <dgm:pt modelId="{A13C59B3-BDB8-4AE6-BC36-4FD1CDD2242E}" type="parTrans" cxnId="{696EEF5C-9CD8-4FFD-A284-F012CB75A872}">
      <dgm:prSet/>
      <dgm:spPr/>
      <dgm:t>
        <a:bodyPr/>
        <a:lstStyle/>
        <a:p>
          <a:endParaRPr lang="en-US"/>
        </a:p>
      </dgm:t>
    </dgm:pt>
    <dgm:pt modelId="{7AF46602-0D10-43D0-910D-6336C6275D71}" type="sibTrans" cxnId="{696EEF5C-9CD8-4FFD-A284-F012CB75A872}">
      <dgm:prSet/>
      <dgm:spPr/>
      <dgm:t>
        <a:bodyPr/>
        <a:lstStyle/>
        <a:p>
          <a:endParaRPr lang="en-US"/>
        </a:p>
      </dgm:t>
    </dgm:pt>
    <dgm:pt modelId="{30626DBF-484D-4297-9965-FEEA6A40F70B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membalikkan</a:t>
          </a:r>
          <a:r>
            <a:rPr lang="en-US" b="0" i="0" dirty="0" smtClean="0"/>
            <a:t> </a:t>
          </a:r>
          <a:r>
            <a:rPr lang="en-US" b="0" i="0" dirty="0" err="1" smtClean="0"/>
            <a:t>urutan</a:t>
          </a:r>
          <a:r>
            <a:rPr lang="en-US" b="0" i="0" dirty="0" smtClean="0"/>
            <a:t> index </a:t>
          </a:r>
          <a:r>
            <a:rPr lang="en-US" b="0" i="0" dirty="0" err="1" smtClean="0"/>
            <a:t>dalam</a:t>
          </a:r>
          <a:r>
            <a:rPr lang="en-US" b="0" i="0" dirty="0" smtClean="0"/>
            <a:t> list</a:t>
          </a:r>
          <a:endParaRPr lang="en-US" dirty="0"/>
        </a:p>
      </dgm:t>
    </dgm:pt>
    <dgm:pt modelId="{FCCDF0B7-C4DE-4E39-BD79-B0100A48A1E2}" type="parTrans" cxnId="{CF538B2E-ABDA-4225-8D55-D0713D231E0D}">
      <dgm:prSet/>
      <dgm:spPr/>
      <dgm:t>
        <a:bodyPr/>
        <a:lstStyle/>
        <a:p>
          <a:endParaRPr lang="en-US"/>
        </a:p>
      </dgm:t>
    </dgm:pt>
    <dgm:pt modelId="{B8016AAA-4D33-43B3-9F17-B62EE87837CF}" type="sibTrans" cxnId="{CF538B2E-ABDA-4225-8D55-D0713D231E0D}">
      <dgm:prSet/>
      <dgm:spPr/>
      <dgm:t>
        <a:bodyPr/>
        <a:lstStyle/>
        <a:p>
          <a:endParaRPr lang="en-US"/>
        </a:p>
      </dgm:t>
    </dgm:pt>
    <dgm:pt modelId="{20C1899B-A097-4281-873F-67009914BEAF}">
      <dgm:prSet phldrT="[Text]"/>
      <dgm:spPr/>
      <dgm:t>
        <a:bodyPr/>
        <a:lstStyle/>
        <a:p>
          <a:r>
            <a:rPr lang="en-US" b="1" i="0" dirty="0" smtClean="0"/>
            <a:t>reverse </a:t>
          </a:r>
          <a:endParaRPr lang="en-US" dirty="0"/>
        </a:p>
      </dgm:t>
    </dgm:pt>
    <dgm:pt modelId="{382E198E-4034-4977-A558-77BE31B26250}" type="parTrans" cxnId="{4DFF6F12-235A-4367-B51D-DA94979090B7}">
      <dgm:prSet/>
      <dgm:spPr/>
      <dgm:t>
        <a:bodyPr/>
        <a:lstStyle/>
        <a:p>
          <a:endParaRPr lang="en-US"/>
        </a:p>
      </dgm:t>
    </dgm:pt>
    <dgm:pt modelId="{F06937CD-CE8B-44CF-851F-B00B80E2ECE8}" type="sibTrans" cxnId="{4DFF6F12-235A-4367-B51D-DA94979090B7}">
      <dgm:prSet/>
      <dgm:spPr/>
      <dgm:t>
        <a:bodyPr/>
        <a:lstStyle/>
        <a:p>
          <a:endParaRPr lang="en-US"/>
        </a:p>
      </dgm:t>
    </dgm:pt>
    <dgm:pt modelId="{FCFA57B7-1D72-4866-B63E-BA94C23E1C23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mengurutkan</a:t>
          </a:r>
          <a:r>
            <a:rPr lang="en-US" b="0" i="0" dirty="0" smtClean="0"/>
            <a:t>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dalam</a:t>
          </a:r>
          <a:r>
            <a:rPr lang="en-US" b="0" i="0" dirty="0" smtClean="0"/>
            <a:t> list </a:t>
          </a:r>
          <a:r>
            <a:rPr lang="en-US" b="0" i="0" dirty="0" err="1" smtClean="0"/>
            <a:t>dari</a:t>
          </a:r>
          <a:r>
            <a:rPr lang="en-US" b="0" i="0" dirty="0" smtClean="0"/>
            <a:t> yang </a:t>
          </a:r>
          <a:r>
            <a:rPr lang="en-US" b="0" i="0" dirty="0" err="1" smtClean="0"/>
            <a:t>terendah</a:t>
          </a:r>
          <a:endParaRPr lang="en-US" dirty="0"/>
        </a:p>
      </dgm:t>
    </dgm:pt>
    <dgm:pt modelId="{17A7A15B-ECE5-42DE-9A9F-9D06F12FB7CA}" type="parTrans" cxnId="{06B03FE9-F266-4F9C-8032-8167F1E9681F}">
      <dgm:prSet/>
      <dgm:spPr/>
      <dgm:t>
        <a:bodyPr/>
        <a:lstStyle/>
        <a:p>
          <a:endParaRPr lang="en-US"/>
        </a:p>
      </dgm:t>
    </dgm:pt>
    <dgm:pt modelId="{4DFEDFB0-60B5-46F0-8ED7-99276A6DF2C4}" type="sibTrans" cxnId="{06B03FE9-F266-4F9C-8032-8167F1E9681F}">
      <dgm:prSet/>
      <dgm:spPr/>
      <dgm:t>
        <a:bodyPr/>
        <a:lstStyle/>
        <a:p>
          <a:endParaRPr lang="en-US"/>
        </a:p>
      </dgm:t>
    </dgm:pt>
    <dgm:pt modelId="{A1C471BA-C084-46AA-90A9-3F66BDC3AAAF}">
      <dgm:prSet phldrT="[Text]"/>
      <dgm:spPr/>
      <dgm:t>
        <a:bodyPr/>
        <a:lstStyle/>
        <a:p>
          <a:r>
            <a:rPr lang="en-US" b="1" i="0" dirty="0" smtClean="0"/>
            <a:t>sort </a:t>
          </a:r>
          <a:r>
            <a:rPr lang="en-US" b="0" i="0" dirty="0" smtClean="0"/>
            <a:t> </a:t>
          </a:r>
          <a:endParaRPr lang="en-US" dirty="0"/>
        </a:p>
      </dgm:t>
    </dgm:pt>
    <dgm:pt modelId="{EB80C695-58B3-4722-BC86-C382362AE90B}" type="parTrans" cxnId="{36C05C22-63DD-4416-A814-6797C8EFDB16}">
      <dgm:prSet/>
      <dgm:spPr/>
      <dgm:t>
        <a:bodyPr/>
        <a:lstStyle/>
        <a:p>
          <a:endParaRPr lang="en-US"/>
        </a:p>
      </dgm:t>
    </dgm:pt>
    <dgm:pt modelId="{ADD5EAE8-64C1-4216-88DE-5C54D2CA2BFF}" type="sibTrans" cxnId="{36C05C22-63DD-4416-A814-6797C8EFDB16}">
      <dgm:prSet/>
      <dgm:spPr/>
      <dgm:t>
        <a:bodyPr/>
        <a:lstStyle/>
        <a:p>
          <a:endParaRPr lang="en-US"/>
        </a:p>
      </dgm:t>
    </dgm:pt>
    <dgm:pt modelId="{75810400-330A-4D9B-AD05-7B1EF6C8EE17}" type="pres">
      <dgm:prSet presAssocID="{6A7CAD04-B0A8-41A9-A5BC-6690AD4A4491}" presName="Name0" presStyleCnt="0">
        <dgm:presLayoutVars>
          <dgm:dir/>
          <dgm:animLvl val="lvl"/>
          <dgm:resizeHandles val="exact"/>
        </dgm:presLayoutVars>
      </dgm:prSet>
      <dgm:spPr/>
    </dgm:pt>
    <dgm:pt modelId="{6881A837-01DA-4B1F-85F5-6A8BC5220264}" type="pres">
      <dgm:prSet presAssocID="{14EBEA47-4510-4817-9C93-EC6880BB770F}" presName="linNode" presStyleCnt="0"/>
      <dgm:spPr/>
    </dgm:pt>
    <dgm:pt modelId="{554A3418-5592-48FB-82ED-4A85D0824771}" type="pres">
      <dgm:prSet presAssocID="{14EBEA47-4510-4817-9C93-EC6880BB770F}" presName="parentText" presStyleLbl="node1" presStyleIdx="0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D8614C-76EA-4637-9524-5AA1A17C0DA4}" type="pres">
      <dgm:prSet presAssocID="{14EBEA47-4510-4817-9C93-EC6880BB770F}" presName="descendantText" presStyleLbl="alignAccFollow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E35B07-2B07-4A0F-A6F2-6E9D933DD6AC}" type="pres">
      <dgm:prSet presAssocID="{C09D0EA2-9124-4865-BC95-46F56785840E}" presName="sp" presStyleCnt="0"/>
      <dgm:spPr/>
    </dgm:pt>
    <dgm:pt modelId="{6F9E8CF3-3F74-4C82-AE56-78FBBD7FF6D8}" type="pres">
      <dgm:prSet presAssocID="{3B053B36-9351-4B93-95AB-4D9CC2A17806}" presName="linNode" presStyleCnt="0"/>
      <dgm:spPr/>
    </dgm:pt>
    <dgm:pt modelId="{551AF332-2806-47AD-8960-1FCD7D2C8606}" type="pres">
      <dgm:prSet presAssocID="{3B053B36-9351-4B93-95AB-4D9CC2A17806}" presName="parentText" presStyleLbl="node1" presStyleIdx="1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C219E7-3B1E-4A21-A85B-50A5971000AD}" type="pres">
      <dgm:prSet presAssocID="{3B053B36-9351-4B93-95AB-4D9CC2A17806}" presName="descendantText" presStyleLbl="alignAccFollow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CD7CE1-91EA-4638-B0AA-6019E0E04D33}" type="pres">
      <dgm:prSet presAssocID="{101FAFD3-0875-4020-8AD2-6C4C2D701EB4}" presName="sp" presStyleCnt="0"/>
      <dgm:spPr/>
    </dgm:pt>
    <dgm:pt modelId="{2DA70AA6-6C22-434B-A571-026A4A9C85D1}" type="pres">
      <dgm:prSet presAssocID="{83BC2247-25B2-4CC6-BFDC-8B6D0A2069E9}" presName="linNode" presStyleCnt="0"/>
      <dgm:spPr/>
    </dgm:pt>
    <dgm:pt modelId="{DD85F757-47A1-4964-B01D-2DAE8618218E}" type="pres">
      <dgm:prSet presAssocID="{83BC2247-25B2-4CC6-BFDC-8B6D0A2069E9}" presName="parentText" presStyleLbl="node1" presStyleIdx="2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F8D44B-2F53-4D79-A2B2-0A35BA7F3CDD}" type="pres">
      <dgm:prSet presAssocID="{83BC2247-25B2-4CC6-BFDC-8B6D0A2069E9}" presName="descendantText" presStyleLbl="alignAccFollow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93B399-20F0-4360-8BFA-4D96EE3E889D}" type="pres">
      <dgm:prSet presAssocID="{1D0F4E77-2CD7-4A09-BA2A-236AE15E9223}" presName="sp" presStyleCnt="0"/>
      <dgm:spPr/>
    </dgm:pt>
    <dgm:pt modelId="{BCC97CB9-B772-470E-B201-7E3C4EB82FDB}" type="pres">
      <dgm:prSet presAssocID="{20C1899B-A097-4281-873F-67009914BEAF}" presName="linNode" presStyleCnt="0"/>
      <dgm:spPr/>
    </dgm:pt>
    <dgm:pt modelId="{D9071663-F5E8-40CF-A535-19229569B664}" type="pres">
      <dgm:prSet presAssocID="{20C1899B-A097-4281-873F-67009914BEAF}" presName="parentText" presStyleLbl="node1" presStyleIdx="3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293A61-D5ED-49FE-B468-A7C4B3DB367E}" type="pres">
      <dgm:prSet presAssocID="{20C1899B-A097-4281-873F-67009914BEAF}" presName="descendantText" presStyleLbl="alignAccFollow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C13C03-D282-40A4-9C7B-99E622C89AAC}" type="pres">
      <dgm:prSet presAssocID="{F06937CD-CE8B-44CF-851F-B00B80E2ECE8}" presName="sp" presStyleCnt="0"/>
      <dgm:spPr/>
    </dgm:pt>
    <dgm:pt modelId="{5A25D439-18EF-4C53-B77A-D177E32682E1}" type="pres">
      <dgm:prSet presAssocID="{A1C471BA-C084-46AA-90A9-3F66BDC3AAAF}" presName="linNode" presStyleCnt="0"/>
      <dgm:spPr/>
    </dgm:pt>
    <dgm:pt modelId="{AE15343E-EF68-4FF4-9EC0-CB892124F5DC}" type="pres">
      <dgm:prSet presAssocID="{A1C471BA-C084-46AA-90A9-3F66BDC3AAAF}" presName="parentText" presStyleLbl="node1" presStyleIdx="4" presStyleCnt="5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8FD930B-EAE5-46FD-84EB-F1F53C08DF8B}" type="pres">
      <dgm:prSet presAssocID="{A1C471BA-C084-46AA-90A9-3F66BDC3AAAF}" presName="descendantText" presStyleLbl="alignAccFollow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96EEF5C-9CD8-4FFD-A284-F012CB75A872}" srcId="{83BC2247-25B2-4CC6-BFDC-8B6D0A2069E9}" destId="{26BB6109-EF58-4D74-A959-B2104EAC53D7}" srcOrd="0" destOrd="0" parTransId="{A13C59B3-BDB8-4AE6-BC36-4FD1CDD2242E}" sibTransId="{7AF46602-0D10-43D0-910D-6336C6275D71}"/>
    <dgm:cxn modelId="{D059752D-7066-4481-9E04-5A0E16CDF65F}" type="presOf" srcId="{6A7CAD04-B0A8-41A9-A5BC-6690AD4A4491}" destId="{75810400-330A-4D9B-AD05-7B1EF6C8EE17}" srcOrd="0" destOrd="0" presId="urn:microsoft.com/office/officeart/2005/8/layout/vList5"/>
    <dgm:cxn modelId="{43D7DB42-D180-4EEF-8439-6CDC5AC1207A}" type="presOf" srcId="{30626DBF-484D-4297-9965-FEEA6A40F70B}" destId="{31293A61-D5ED-49FE-B468-A7C4B3DB367E}" srcOrd="0" destOrd="0" presId="urn:microsoft.com/office/officeart/2005/8/layout/vList5"/>
    <dgm:cxn modelId="{4DFF6F12-235A-4367-B51D-DA94979090B7}" srcId="{6A7CAD04-B0A8-41A9-A5BC-6690AD4A4491}" destId="{20C1899B-A097-4281-873F-67009914BEAF}" srcOrd="3" destOrd="0" parTransId="{382E198E-4034-4977-A558-77BE31B26250}" sibTransId="{F06937CD-CE8B-44CF-851F-B00B80E2ECE8}"/>
    <dgm:cxn modelId="{06B03FE9-F266-4F9C-8032-8167F1E9681F}" srcId="{A1C471BA-C084-46AA-90A9-3F66BDC3AAAF}" destId="{FCFA57B7-1D72-4866-B63E-BA94C23E1C23}" srcOrd="0" destOrd="0" parTransId="{17A7A15B-ECE5-42DE-9A9F-9D06F12FB7CA}" sibTransId="{4DFEDFB0-60B5-46F0-8ED7-99276A6DF2C4}"/>
    <dgm:cxn modelId="{EA134796-B0A2-4C82-BC18-F5EED62728E4}" type="presOf" srcId="{83BC2247-25B2-4CC6-BFDC-8B6D0A2069E9}" destId="{DD85F757-47A1-4964-B01D-2DAE8618218E}" srcOrd="0" destOrd="0" presId="urn:microsoft.com/office/officeart/2005/8/layout/vList5"/>
    <dgm:cxn modelId="{467E0DC7-CD26-43DD-BC35-E6159CA665E2}" srcId="{14EBEA47-4510-4817-9C93-EC6880BB770F}" destId="{BE5DCBA7-CC05-4D64-B8FE-351DE3C2C6D5}" srcOrd="0" destOrd="0" parTransId="{6FC6EA42-1F99-45E8-B45C-392BD6D2A80D}" sibTransId="{76D78BE6-22E7-4E26-8891-AB88EB3C096D}"/>
    <dgm:cxn modelId="{4E685661-94B1-4AF8-9E04-B98CB63592F6}" type="presOf" srcId="{26BB6109-EF58-4D74-A959-B2104EAC53D7}" destId="{72F8D44B-2F53-4D79-A2B2-0A35BA7F3CDD}" srcOrd="0" destOrd="0" presId="urn:microsoft.com/office/officeart/2005/8/layout/vList5"/>
    <dgm:cxn modelId="{E05FC6FF-6269-4B03-8D6A-CC1FF2E8B329}" type="presOf" srcId="{20C1899B-A097-4281-873F-67009914BEAF}" destId="{D9071663-F5E8-40CF-A535-19229569B664}" srcOrd="0" destOrd="0" presId="urn:microsoft.com/office/officeart/2005/8/layout/vList5"/>
    <dgm:cxn modelId="{3256AD01-BD44-45CF-990E-F06CA14337BD}" srcId="{6A7CAD04-B0A8-41A9-A5BC-6690AD4A4491}" destId="{14EBEA47-4510-4817-9C93-EC6880BB770F}" srcOrd="0" destOrd="0" parTransId="{C334F10A-6D47-4CA1-AD37-20AFC789E00C}" sibTransId="{C09D0EA2-9124-4865-BC95-46F56785840E}"/>
    <dgm:cxn modelId="{867C25AD-1C14-4AA3-A96F-CBC6010565E6}" type="presOf" srcId="{3B053B36-9351-4B93-95AB-4D9CC2A17806}" destId="{551AF332-2806-47AD-8960-1FCD7D2C8606}" srcOrd="0" destOrd="0" presId="urn:microsoft.com/office/officeart/2005/8/layout/vList5"/>
    <dgm:cxn modelId="{8923B21B-805B-496E-A09D-81A23272C85D}" type="presOf" srcId="{FCFA57B7-1D72-4866-B63E-BA94C23E1C23}" destId="{D8FD930B-EAE5-46FD-84EB-F1F53C08DF8B}" srcOrd="0" destOrd="0" presId="urn:microsoft.com/office/officeart/2005/8/layout/vList5"/>
    <dgm:cxn modelId="{32A91CF4-5625-406D-A5AF-F96C836DFD2B}" srcId="{6A7CAD04-B0A8-41A9-A5BC-6690AD4A4491}" destId="{3B053B36-9351-4B93-95AB-4D9CC2A17806}" srcOrd="1" destOrd="0" parTransId="{C727D3B3-92E5-41DB-AA88-5C3936E68172}" sibTransId="{101FAFD3-0875-4020-8AD2-6C4C2D701EB4}"/>
    <dgm:cxn modelId="{14452263-F118-4FD3-9390-3DEE2AD73ECC}" srcId="{6A7CAD04-B0A8-41A9-A5BC-6690AD4A4491}" destId="{83BC2247-25B2-4CC6-BFDC-8B6D0A2069E9}" srcOrd="2" destOrd="0" parTransId="{0CD277E0-F2AA-4356-A829-F0BE544F9536}" sibTransId="{1D0F4E77-2CD7-4A09-BA2A-236AE15E9223}"/>
    <dgm:cxn modelId="{36C05C22-63DD-4416-A814-6797C8EFDB16}" srcId="{6A7CAD04-B0A8-41A9-A5BC-6690AD4A4491}" destId="{A1C471BA-C084-46AA-90A9-3F66BDC3AAAF}" srcOrd="4" destOrd="0" parTransId="{EB80C695-58B3-4722-BC86-C382362AE90B}" sibTransId="{ADD5EAE8-64C1-4216-88DE-5C54D2CA2BFF}"/>
    <dgm:cxn modelId="{5B3F96C1-50E4-4D07-96FC-AE8144C3C970}" type="presOf" srcId="{14EBEA47-4510-4817-9C93-EC6880BB770F}" destId="{554A3418-5592-48FB-82ED-4A85D0824771}" srcOrd="0" destOrd="0" presId="urn:microsoft.com/office/officeart/2005/8/layout/vList5"/>
    <dgm:cxn modelId="{2733092D-A490-40F0-833C-2CD68C13C145}" srcId="{3B053B36-9351-4B93-95AB-4D9CC2A17806}" destId="{FDAC90AE-3972-40E2-84DF-E8DCB2DC668C}" srcOrd="0" destOrd="0" parTransId="{813CEE2C-6F90-465F-AC50-9BFD18A0DF80}" sibTransId="{E9042F85-23C4-436E-A602-DEC368445D6F}"/>
    <dgm:cxn modelId="{F60547D0-8223-455B-9498-E6C66695CFF2}" type="presOf" srcId="{FDAC90AE-3972-40E2-84DF-E8DCB2DC668C}" destId="{DBC219E7-3B1E-4A21-A85B-50A5971000AD}" srcOrd="0" destOrd="0" presId="urn:microsoft.com/office/officeart/2005/8/layout/vList5"/>
    <dgm:cxn modelId="{CF538B2E-ABDA-4225-8D55-D0713D231E0D}" srcId="{20C1899B-A097-4281-873F-67009914BEAF}" destId="{30626DBF-484D-4297-9965-FEEA6A40F70B}" srcOrd="0" destOrd="0" parTransId="{FCCDF0B7-C4DE-4E39-BD79-B0100A48A1E2}" sibTransId="{B8016AAA-4D33-43B3-9F17-B62EE87837CF}"/>
    <dgm:cxn modelId="{13DB7866-1A26-4872-B35F-D2A22C8BB60D}" type="presOf" srcId="{BE5DCBA7-CC05-4D64-B8FE-351DE3C2C6D5}" destId="{5ED8614C-76EA-4637-9524-5AA1A17C0DA4}" srcOrd="0" destOrd="0" presId="urn:microsoft.com/office/officeart/2005/8/layout/vList5"/>
    <dgm:cxn modelId="{1058B11F-6B50-4880-875E-58D962310851}" type="presOf" srcId="{A1C471BA-C084-46AA-90A9-3F66BDC3AAAF}" destId="{AE15343E-EF68-4FF4-9EC0-CB892124F5DC}" srcOrd="0" destOrd="0" presId="urn:microsoft.com/office/officeart/2005/8/layout/vList5"/>
    <dgm:cxn modelId="{01E5555E-9041-4147-8636-A24566BC2BB4}" type="presParOf" srcId="{75810400-330A-4D9B-AD05-7B1EF6C8EE17}" destId="{6881A837-01DA-4B1F-85F5-6A8BC5220264}" srcOrd="0" destOrd="0" presId="urn:microsoft.com/office/officeart/2005/8/layout/vList5"/>
    <dgm:cxn modelId="{DD4AB3F6-6F0B-42D0-AA0C-8B451C249845}" type="presParOf" srcId="{6881A837-01DA-4B1F-85F5-6A8BC5220264}" destId="{554A3418-5592-48FB-82ED-4A85D0824771}" srcOrd="0" destOrd="0" presId="urn:microsoft.com/office/officeart/2005/8/layout/vList5"/>
    <dgm:cxn modelId="{FF8BBA9B-32E5-4E59-BADC-5E0CC65B6D07}" type="presParOf" srcId="{6881A837-01DA-4B1F-85F5-6A8BC5220264}" destId="{5ED8614C-76EA-4637-9524-5AA1A17C0DA4}" srcOrd="1" destOrd="0" presId="urn:microsoft.com/office/officeart/2005/8/layout/vList5"/>
    <dgm:cxn modelId="{B5CBB4AE-F7BD-408A-839D-2AB32CA2BEE8}" type="presParOf" srcId="{75810400-330A-4D9B-AD05-7B1EF6C8EE17}" destId="{65E35B07-2B07-4A0F-A6F2-6E9D933DD6AC}" srcOrd="1" destOrd="0" presId="urn:microsoft.com/office/officeart/2005/8/layout/vList5"/>
    <dgm:cxn modelId="{5787A138-EB8E-4B91-A23C-8B749D1CC641}" type="presParOf" srcId="{75810400-330A-4D9B-AD05-7B1EF6C8EE17}" destId="{6F9E8CF3-3F74-4C82-AE56-78FBBD7FF6D8}" srcOrd="2" destOrd="0" presId="urn:microsoft.com/office/officeart/2005/8/layout/vList5"/>
    <dgm:cxn modelId="{AF13D6F1-3BC9-4F17-BD26-D24FDDB1CCB9}" type="presParOf" srcId="{6F9E8CF3-3F74-4C82-AE56-78FBBD7FF6D8}" destId="{551AF332-2806-47AD-8960-1FCD7D2C8606}" srcOrd="0" destOrd="0" presId="urn:microsoft.com/office/officeart/2005/8/layout/vList5"/>
    <dgm:cxn modelId="{174D1575-8DD7-4267-BF12-FF9DA5244F76}" type="presParOf" srcId="{6F9E8CF3-3F74-4C82-AE56-78FBBD7FF6D8}" destId="{DBC219E7-3B1E-4A21-A85B-50A5971000AD}" srcOrd="1" destOrd="0" presId="urn:microsoft.com/office/officeart/2005/8/layout/vList5"/>
    <dgm:cxn modelId="{83060129-1415-45FE-8831-35127CB82720}" type="presParOf" srcId="{75810400-330A-4D9B-AD05-7B1EF6C8EE17}" destId="{6DCD7CE1-91EA-4638-B0AA-6019E0E04D33}" srcOrd="3" destOrd="0" presId="urn:microsoft.com/office/officeart/2005/8/layout/vList5"/>
    <dgm:cxn modelId="{343B7317-3354-4908-96C9-7B4188BD5844}" type="presParOf" srcId="{75810400-330A-4D9B-AD05-7B1EF6C8EE17}" destId="{2DA70AA6-6C22-434B-A571-026A4A9C85D1}" srcOrd="4" destOrd="0" presId="urn:microsoft.com/office/officeart/2005/8/layout/vList5"/>
    <dgm:cxn modelId="{84423E54-C77A-4933-B06E-73B69B16869F}" type="presParOf" srcId="{2DA70AA6-6C22-434B-A571-026A4A9C85D1}" destId="{DD85F757-47A1-4964-B01D-2DAE8618218E}" srcOrd="0" destOrd="0" presId="urn:microsoft.com/office/officeart/2005/8/layout/vList5"/>
    <dgm:cxn modelId="{A0660134-BD3D-409F-8793-6E1BB829A1F1}" type="presParOf" srcId="{2DA70AA6-6C22-434B-A571-026A4A9C85D1}" destId="{72F8D44B-2F53-4D79-A2B2-0A35BA7F3CDD}" srcOrd="1" destOrd="0" presId="urn:microsoft.com/office/officeart/2005/8/layout/vList5"/>
    <dgm:cxn modelId="{46EFB52B-7852-4AA8-87C0-5178F31CEC12}" type="presParOf" srcId="{75810400-330A-4D9B-AD05-7B1EF6C8EE17}" destId="{0393B399-20F0-4360-8BFA-4D96EE3E889D}" srcOrd="5" destOrd="0" presId="urn:microsoft.com/office/officeart/2005/8/layout/vList5"/>
    <dgm:cxn modelId="{5321FCD4-1B29-4796-A9FD-13E21B1CA404}" type="presParOf" srcId="{75810400-330A-4D9B-AD05-7B1EF6C8EE17}" destId="{BCC97CB9-B772-470E-B201-7E3C4EB82FDB}" srcOrd="6" destOrd="0" presId="urn:microsoft.com/office/officeart/2005/8/layout/vList5"/>
    <dgm:cxn modelId="{157795B4-F2D9-48D2-A76B-5123F07A445A}" type="presParOf" srcId="{BCC97CB9-B772-470E-B201-7E3C4EB82FDB}" destId="{D9071663-F5E8-40CF-A535-19229569B664}" srcOrd="0" destOrd="0" presId="urn:microsoft.com/office/officeart/2005/8/layout/vList5"/>
    <dgm:cxn modelId="{336F6342-7ED0-408D-96C8-1345B26BBD7C}" type="presParOf" srcId="{BCC97CB9-B772-470E-B201-7E3C4EB82FDB}" destId="{31293A61-D5ED-49FE-B468-A7C4B3DB367E}" srcOrd="1" destOrd="0" presId="urn:microsoft.com/office/officeart/2005/8/layout/vList5"/>
    <dgm:cxn modelId="{8C3653EC-6EF1-4F09-B5EE-73ADA810CE45}" type="presParOf" srcId="{75810400-330A-4D9B-AD05-7B1EF6C8EE17}" destId="{4EC13C03-D282-40A4-9C7B-99E622C89AAC}" srcOrd="7" destOrd="0" presId="urn:microsoft.com/office/officeart/2005/8/layout/vList5"/>
    <dgm:cxn modelId="{8E46EA8A-0BF2-4DD5-9B51-A707A95B46D2}" type="presParOf" srcId="{75810400-330A-4D9B-AD05-7B1EF6C8EE17}" destId="{5A25D439-18EF-4C53-B77A-D177E32682E1}" srcOrd="8" destOrd="0" presId="urn:microsoft.com/office/officeart/2005/8/layout/vList5"/>
    <dgm:cxn modelId="{75F53B12-4B1E-4D91-BA0D-DCE3E3D4BC95}" type="presParOf" srcId="{5A25D439-18EF-4C53-B77A-D177E32682E1}" destId="{AE15343E-EF68-4FF4-9EC0-CB892124F5DC}" srcOrd="0" destOrd="0" presId="urn:microsoft.com/office/officeart/2005/8/layout/vList5"/>
    <dgm:cxn modelId="{D3E2157F-20DC-47DB-A97A-13FF6A5493FF}" type="presParOf" srcId="{5A25D439-18EF-4C53-B77A-D177E32682E1}" destId="{D8FD930B-EAE5-46FD-84EB-F1F53C08DF8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D4A1242-2864-4F04-89C6-152B2B651305}" type="doc">
      <dgm:prSet loTypeId="urn:microsoft.com/office/officeart/2005/8/layout/vList5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2AE0468B-930A-4302-A093-4594A972892A}">
      <dgm:prSet phldrT="[Text]"/>
      <dgm:spPr/>
      <dgm:t>
        <a:bodyPr/>
        <a:lstStyle/>
        <a:p>
          <a:r>
            <a:rPr lang="en-US" b="1" i="0" dirty="0" smtClean="0"/>
            <a:t>max </a:t>
          </a:r>
          <a:r>
            <a:rPr lang="en-US" b="0" i="0" dirty="0" smtClean="0"/>
            <a:t> </a:t>
          </a:r>
          <a:endParaRPr lang="en-US" dirty="0"/>
        </a:p>
      </dgm:t>
    </dgm:pt>
    <dgm:pt modelId="{F6F6BAA3-3A7A-4FB5-A6B6-FD687C340BE9}" type="parTrans" cxnId="{8FBE1F02-3F6C-45C0-B5B3-FBCB0566E7EC}">
      <dgm:prSet/>
      <dgm:spPr/>
      <dgm:t>
        <a:bodyPr/>
        <a:lstStyle/>
        <a:p>
          <a:endParaRPr lang="en-US"/>
        </a:p>
      </dgm:t>
    </dgm:pt>
    <dgm:pt modelId="{37916B87-BD86-4CF1-8ACA-3E2C00187A8F}" type="sibTrans" cxnId="{8FBE1F02-3F6C-45C0-B5B3-FBCB0566E7EC}">
      <dgm:prSet/>
      <dgm:spPr/>
      <dgm:t>
        <a:bodyPr/>
        <a:lstStyle/>
        <a:p>
          <a:endParaRPr lang="en-US"/>
        </a:p>
      </dgm:t>
    </dgm:pt>
    <dgm:pt modelId="{29663187-6B7F-434A-BAB3-8DB7D34370EE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menemukan</a:t>
          </a:r>
          <a:r>
            <a:rPr lang="en-US" b="0" i="0" dirty="0" smtClean="0"/>
            <a:t>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terbesar</a:t>
          </a:r>
          <a:r>
            <a:rPr lang="en-US" b="0" i="0" dirty="0" smtClean="0"/>
            <a:t> </a:t>
          </a:r>
          <a:r>
            <a:rPr lang="en-US" b="0" i="0" dirty="0" err="1" smtClean="0"/>
            <a:t>dalam</a:t>
          </a:r>
          <a:r>
            <a:rPr lang="en-US" b="0" i="0" dirty="0" smtClean="0"/>
            <a:t> list</a:t>
          </a:r>
          <a:endParaRPr lang="en-US" dirty="0"/>
        </a:p>
      </dgm:t>
    </dgm:pt>
    <dgm:pt modelId="{67071881-81B7-47A9-B4D5-98501EA33EF0}" type="parTrans" cxnId="{FA58BA00-BE97-4407-8E3B-F60A8C3B71BF}">
      <dgm:prSet/>
      <dgm:spPr/>
      <dgm:t>
        <a:bodyPr/>
        <a:lstStyle/>
        <a:p>
          <a:endParaRPr lang="en-US"/>
        </a:p>
      </dgm:t>
    </dgm:pt>
    <dgm:pt modelId="{BEFB0CC8-DCAD-41A4-B361-185BFD060F76}" type="sibTrans" cxnId="{FA58BA00-BE97-4407-8E3B-F60A8C3B71BF}">
      <dgm:prSet/>
      <dgm:spPr/>
      <dgm:t>
        <a:bodyPr/>
        <a:lstStyle/>
        <a:p>
          <a:endParaRPr lang="en-US"/>
        </a:p>
      </dgm:t>
    </dgm:pt>
    <dgm:pt modelId="{7EAED7CF-C777-43D3-8CCD-CDDFE31D7F3E}">
      <dgm:prSet phldrT="[Text]"/>
      <dgm:spPr/>
      <dgm:t>
        <a:bodyPr/>
        <a:lstStyle/>
        <a:p>
          <a:r>
            <a:rPr lang="fi-FI" b="1" i="0" dirty="0" smtClean="0"/>
            <a:t>min </a:t>
          </a:r>
          <a:endParaRPr lang="en-US" dirty="0"/>
        </a:p>
      </dgm:t>
    </dgm:pt>
    <dgm:pt modelId="{BF6E13E3-29CC-4F78-86AC-DAF9368A40CC}" type="parTrans" cxnId="{EE53BBFA-553A-41FB-B2A6-9EEBA5E449C8}">
      <dgm:prSet/>
      <dgm:spPr/>
      <dgm:t>
        <a:bodyPr/>
        <a:lstStyle/>
        <a:p>
          <a:endParaRPr lang="en-US"/>
        </a:p>
      </dgm:t>
    </dgm:pt>
    <dgm:pt modelId="{70B4EEDD-5360-4EAB-9448-51EB007C0C26}" type="sibTrans" cxnId="{EE53BBFA-553A-41FB-B2A6-9EEBA5E449C8}">
      <dgm:prSet/>
      <dgm:spPr/>
      <dgm:t>
        <a:bodyPr/>
        <a:lstStyle/>
        <a:p>
          <a:endParaRPr lang="en-US"/>
        </a:p>
      </dgm:t>
    </dgm:pt>
    <dgm:pt modelId="{57DF09AF-892B-4EE7-A1F8-814FC8FC6BC1}">
      <dgm:prSet phldrT="[Text]"/>
      <dgm:spPr/>
      <dgm:t>
        <a:bodyPr/>
        <a:lstStyle/>
        <a:p>
          <a:r>
            <a:rPr lang="fi-FI" b="0" i="0" dirty="0" smtClean="0"/>
            <a:t>Untuk menemukan nilai terkecil dalam list</a:t>
          </a:r>
          <a:endParaRPr lang="en-US" dirty="0"/>
        </a:p>
      </dgm:t>
    </dgm:pt>
    <dgm:pt modelId="{C604935F-2E13-41BB-94AC-C3ABC0E03B1B}" type="parTrans" cxnId="{87C1CA7D-9A90-47AA-94E1-011193365993}">
      <dgm:prSet/>
      <dgm:spPr/>
      <dgm:t>
        <a:bodyPr/>
        <a:lstStyle/>
        <a:p>
          <a:endParaRPr lang="en-US"/>
        </a:p>
      </dgm:t>
    </dgm:pt>
    <dgm:pt modelId="{619B3880-964E-4883-8312-EA4C949AAF40}" type="sibTrans" cxnId="{87C1CA7D-9A90-47AA-94E1-011193365993}">
      <dgm:prSet/>
      <dgm:spPr/>
      <dgm:t>
        <a:bodyPr/>
        <a:lstStyle/>
        <a:p>
          <a:endParaRPr lang="en-US"/>
        </a:p>
      </dgm:t>
    </dgm:pt>
    <dgm:pt modelId="{722F05AC-0DFF-4B3B-A1F0-547A3279CD9D}">
      <dgm:prSet phldrT="[Text]"/>
      <dgm:spPr/>
      <dgm:t>
        <a:bodyPr/>
        <a:lstStyle/>
        <a:p>
          <a:r>
            <a:rPr lang="en-US" b="1" i="0" dirty="0" smtClean="0"/>
            <a:t>sum </a:t>
          </a:r>
          <a:endParaRPr lang="en-US" dirty="0"/>
        </a:p>
      </dgm:t>
    </dgm:pt>
    <dgm:pt modelId="{F6827504-2A3A-4397-BB9D-EA94F24929C5}" type="parTrans" cxnId="{0A5D7E67-ED14-41FF-8BB3-DA901BBAA8C3}">
      <dgm:prSet/>
      <dgm:spPr/>
      <dgm:t>
        <a:bodyPr/>
        <a:lstStyle/>
        <a:p>
          <a:endParaRPr lang="en-US"/>
        </a:p>
      </dgm:t>
    </dgm:pt>
    <dgm:pt modelId="{0C3C0337-C7B1-456C-A3B4-9100AC30C816}" type="sibTrans" cxnId="{0A5D7E67-ED14-41FF-8BB3-DA901BBAA8C3}">
      <dgm:prSet/>
      <dgm:spPr/>
      <dgm:t>
        <a:bodyPr/>
        <a:lstStyle/>
        <a:p>
          <a:endParaRPr lang="en-US"/>
        </a:p>
      </dgm:t>
    </dgm:pt>
    <dgm:pt modelId="{9AD50F4D-DFD4-49AF-869D-F61988AF9C8C}">
      <dgm:prSet phldrT="[Text]"/>
      <dgm:spPr/>
      <dgm:t>
        <a:bodyPr/>
        <a:lstStyle/>
        <a:p>
          <a:r>
            <a:rPr lang="en-US" b="0" i="0" dirty="0" smtClean="0"/>
            <a:t>Untuk </a:t>
          </a:r>
          <a:r>
            <a:rPr lang="en-US" b="0" i="0" dirty="0" err="1" smtClean="0"/>
            <a:t>menjumlahkan</a:t>
          </a:r>
          <a:r>
            <a:rPr lang="en-US" b="0" i="0" dirty="0" smtClean="0"/>
            <a:t> total </a:t>
          </a:r>
          <a:r>
            <a:rPr lang="en-US" b="0" i="0" dirty="0" err="1" smtClean="0"/>
            <a:t>nilai</a:t>
          </a:r>
          <a:r>
            <a:rPr lang="en-US" b="0" i="0" dirty="0" smtClean="0"/>
            <a:t> </a:t>
          </a:r>
          <a:r>
            <a:rPr lang="en-US" b="0" i="0" dirty="0" err="1" smtClean="0"/>
            <a:t>dalam</a:t>
          </a:r>
          <a:r>
            <a:rPr lang="en-US" b="0" i="0" dirty="0" smtClean="0"/>
            <a:t> list</a:t>
          </a:r>
          <a:endParaRPr lang="en-US" dirty="0"/>
        </a:p>
      </dgm:t>
    </dgm:pt>
    <dgm:pt modelId="{296356D8-5E74-4C46-A162-1204C18C2B31}" type="parTrans" cxnId="{1394600D-6F5A-408B-92E0-C1CB63399F5B}">
      <dgm:prSet/>
      <dgm:spPr/>
      <dgm:t>
        <a:bodyPr/>
        <a:lstStyle/>
        <a:p>
          <a:endParaRPr lang="en-US"/>
        </a:p>
      </dgm:t>
    </dgm:pt>
    <dgm:pt modelId="{451674A0-A2DF-4C54-ACC3-1A4CDDEF9B46}" type="sibTrans" cxnId="{1394600D-6F5A-408B-92E0-C1CB63399F5B}">
      <dgm:prSet/>
      <dgm:spPr/>
      <dgm:t>
        <a:bodyPr/>
        <a:lstStyle/>
        <a:p>
          <a:endParaRPr lang="en-US"/>
        </a:p>
      </dgm:t>
    </dgm:pt>
    <dgm:pt modelId="{B0F6D2DD-7D2F-4C25-9481-8657FB6C4410}" type="pres">
      <dgm:prSet presAssocID="{DD4A1242-2864-4F04-89C6-152B2B651305}" presName="Name0" presStyleCnt="0">
        <dgm:presLayoutVars>
          <dgm:dir/>
          <dgm:animLvl val="lvl"/>
          <dgm:resizeHandles val="exact"/>
        </dgm:presLayoutVars>
      </dgm:prSet>
      <dgm:spPr/>
    </dgm:pt>
    <dgm:pt modelId="{8C9A19CE-CD0D-4302-BC06-954C5B88D8ED}" type="pres">
      <dgm:prSet presAssocID="{2AE0468B-930A-4302-A093-4594A972892A}" presName="linNode" presStyleCnt="0"/>
      <dgm:spPr/>
    </dgm:pt>
    <dgm:pt modelId="{F279B165-D917-4A52-8334-A6C25C9861EA}" type="pres">
      <dgm:prSet presAssocID="{2AE0468B-930A-4302-A093-4594A972892A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49CF7E-CD91-4038-8328-AA4D95B432D5}" type="pres">
      <dgm:prSet presAssocID="{2AE0468B-930A-4302-A093-4594A972892A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884719-CBD9-449E-895A-D9BD89582047}" type="pres">
      <dgm:prSet presAssocID="{37916B87-BD86-4CF1-8ACA-3E2C00187A8F}" presName="sp" presStyleCnt="0"/>
      <dgm:spPr/>
    </dgm:pt>
    <dgm:pt modelId="{6A9F4FEB-A475-4683-A6A8-156B60111E0D}" type="pres">
      <dgm:prSet presAssocID="{7EAED7CF-C777-43D3-8CCD-CDDFE31D7F3E}" presName="linNode" presStyleCnt="0"/>
      <dgm:spPr/>
    </dgm:pt>
    <dgm:pt modelId="{BD33A546-0FFF-45B0-97B9-5A43E429C1F9}" type="pres">
      <dgm:prSet presAssocID="{7EAED7CF-C777-43D3-8CCD-CDDFE31D7F3E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67B2F90-FAC5-42DC-81E3-4BEFDC448329}" type="pres">
      <dgm:prSet presAssocID="{7EAED7CF-C777-43D3-8CCD-CDDFE31D7F3E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5ADB4BC-0383-4838-B738-D355DE3FC51C}" type="pres">
      <dgm:prSet presAssocID="{70B4EEDD-5360-4EAB-9448-51EB007C0C26}" presName="sp" presStyleCnt="0"/>
      <dgm:spPr/>
    </dgm:pt>
    <dgm:pt modelId="{7C9CB5DF-45D4-459E-8C24-03880553B3D0}" type="pres">
      <dgm:prSet presAssocID="{722F05AC-0DFF-4B3B-A1F0-547A3279CD9D}" presName="linNode" presStyleCnt="0"/>
      <dgm:spPr/>
    </dgm:pt>
    <dgm:pt modelId="{63CDE4CA-EF1F-4AFC-AEFF-75DD6464E249}" type="pres">
      <dgm:prSet presAssocID="{722F05AC-0DFF-4B3B-A1F0-547A3279CD9D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1692C3-BA5A-4E27-88BF-A5A29AEF51A1}" type="pres">
      <dgm:prSet presAssocID="{722F05AC-0DFF-4B3B-A1F0-547A3279CD9D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A58BA00-BE97-4407-8E3B-F60A8C3B71BF}" srcId="{2AE0468B-930A-4302-A093-4594A972892A}" destId="{29663187-6B7F-434A-BAB3-8DB7D34370EE}" srcOrd="0" destOrd="0" parTransId="{67071881-81B7-47A9-B4D5-98501EA33EF0}" sibTransId="{BEFB0CC8-DCAD-41A4-B361-185BFD060F76}"/>
    <dgm:cxn modelId="{1394600D-6F5A-408B-92E0-C1CB63399F5B}" srcId="{722F05AC-0DFF-4B3B-A1F0-547A3279CD9D}" destId="{9AD50F4D-DFD4-49AF-869D-F61988AF9C8C}" srcOrd="0" destOrd="0" parTransId="{296356D8-5E74-4C46-A162-1204C18C2B31}" sibTransId="{451674A0-A2DF-4C54-ACC3-1A4CDDEF9B46}"/>
    <dgm:cxn modelId="{8050A634-53AB-4BCC-820B-F83025D6219C}" type="presOf" srcId="{722F05AC-0DFF-4B3B-A1F0-547A3279CD9D}" destId="{63CDE4CA-EF1F-4AFC-AEFF-75DD6464E249}" srcOrd="0" destOrd="0" presId="urn:microsoft.com/office/officeart/2005/8/layout/vList5"/>
    <dgm:cxn modelId="{2901174F-D170-46E3-84FE-A98E1BF9A757}" type="presOf" srcId="{DD4A1242-2864-4F04-89C6-152B2B651305}" destId="{B0F6D2DD-7D2F-4C25-9481-8657FB6C4410}" srcOrd="0" destOrd="0" presId="urn:microsoft.com/office/officeart/2005/8/layout/vList5"/>
    <dgm:cxn modelId="{19C919E8-CF30-49C6-8175-7C1AF1FA8A0D}" type="presOf" srcId="{2AE0468B-930A-4302-A093-4594A972892A}" destId="{F279B165-D917-4A52-8334-A6C25C9861EA}" srcOrd="0" destOrd="0" presId="urn:microsoft.com/office/officeart/2005/8/layout/vList5"/>
    <dgm:cxn modelId="{0A5D7E67-ED14-41FF-8BB3-DA901BBAA8C3}" srcId="{DD4A1242-2864-4F04-89C6-152B2B651305}" destId="{722F05AC-0DFF-4B3B-A1F0-547A3279CD9D}" srcOrd="2" destOrd="0" parTransId="{F6827504-2A3A-4397-BB9D-EA94F24929C5}" sibTransId="{0C3C0337-C7B1-456C-A3B4-9100AC30C816}"/>
    <dgm:cxn modelId="{87C1CA7D-9A90-47AA-94E1-011193365993}" srcId="{7EAED7CF-C777-43D3-8CCD-CDDFE31D7F3E}" destId="{57DF09AF-892B-4EE7-A1F8-814FC8FC6BC1}" srcOrd="0" destOrd="0" parTransId="{C604935F-2E13-41BB-94AC-C3ABC0E03B1B}" sibTransId="{619B3880-964E-4883-8312-EA4C949AAF40}"/>
    <dgm:cxn modelId="{75741940-0C33-4AD4-8E58-0F60CA6E0E6B}" type="presOf" srcId="{29663187-6B7F-434A-BAB3-8DB7D34370EE}" destId="{3149CF7E-CD91-4038-8328-AA4D95B432D5}" srcOrd="0" destOrd="0" presId="urn:microsoft.com/office/officeart/2005/8/layout/vList5"/>
    <dgm:cxn modelId="{45A2B1E8-E3AD-41D3-AA9C-5FC34D121783}" type="presOf" srcId="{7EAED7CF-C777-43D3-8CCD-CDDFE31D7F3E}" destId="{BD33A546-0FFF-45B0-97B9-5A43E429C1F9}" srcOrd="0" destOrd="0" presId="urn:microsoft.com/office/officeart/2005/8/layout/vList5"/>
    <dgm:cxn modelId="{EE53BBFA-553A-41FB-B2A6-9EEBA5E449C8}" srcId="{DD4A1242-2864-4F04-89C6-152B2B651305}" destId="{7EAED7CF-C777-43D3-8CCD-CDDFE31D7F3E}" srcOrd="1" destOrd="0" parTransId="{BF6E13E3-29CC-4F78-86AC-DAF9368A40CC}" sibTransId="{70B4EEDD-5360-4EAB-9448-51EB007C0C26}"/>
    <dgm:cxn modelId="{8FBE1F02-3F6C-45C0-B5B3-FBCB0566E7EC}" srcId="{DD4A1242-2864-4F04-89C6-152B2B651305}" destId="{2AE0468B-930A-4302-A093-4594A972892A}" srcOrd="0" destOrd="0" parTransId="{F6F6BAA3-3A7A-4FB5-A6B6-FD687C340BE9}" sibTransId="{37916B87-BD86-4CF1-8ACA-3E2C00187A8F}"/>
    <dgm:cxn modelId="{5F61B5CE-EB20-4E34-BEF0-E6D1127D455A}" type="presOf" srcId="{57DF09AF-892B-4EE7-A1F8-814FC8FC6BC1}" destId="{867B2F90-FAC5-42DC-81E3-4BEFDC448329}" srcOrd="0" destOrd="0" presId="urn:microsoft.com/office/officeart/2005/8/layout/vList5"/>
    <dgm:cxn modelId="{A944C913-6321-4287-A185-53DDA941E0D3}" type="presOf" srcId="{9AD50F4D-DFD4-49AF-869D-F61988AF9C8C}" destId="{4F1692C3-BA5A-4E27-88BF-A5A29AEF51A1}" srcOrd="0" destOrd="0" presId="urn:microsoft.com/office/officeart/2005/8/layout/vList5"/>
    <dgm:cxn modelId="{E8B1E3B6-599D-4F01-869E-B2606A3EC0FB}" type="presParOf" srcId="{B0F6D2DD-7D2F-4C25-9481-8657FB6C4410}" destId="{8C9A19CE-CD0D-4302-BC06-954C5B88D8ED}" srcOrd="0" destOrd="0" presId="urn:microsoft.com/office/officeart/2005/8/layout/vList5"/>
    <dgm:cxn modelId="{8D7D1256-3046-474A-B036-72D444038085}" type="presParOf" srcId="{8C9A19CE-CD0D-4302-BC06-954C5B88D8ED}" destId="{F279B165-D917-4A52-8334-A6C25C9861EA}" srcOrd="0" destOrd="0" presId="urn:microsoft.com/office/officeart/2005/8/layout/vList5"/>
    <dgm:cxn modelId="{2BAD34B4-9EAF-4394-BD78-9B8061C17BB4}" type="presParOf" srcId="{8C9A19CE-CD0D-4302-BC06-954C5B88D8ED}" destId="{3149CF7E-CD91-4038-8328-AA4D95B432D5}" srcOrd="1" destOrd="0" presId="urn:microsoft.com/office/officeart/2005/8/layout/vList5"/>
    <dgm:cxn modelId="{346C01D6-A49C-47D8-B5F6-16C880F2EB8A}" type="presParOf" srcId="{B0F6D2DD-7D2F-4C25-9481-8657FB6C4410}" destId="{E7884719-CBD9-449E-895A-D9BD89582047}" srcOrd="1" destOrd="0" presId="urn:microsoft.com/office/officeart/2005/8/layout/vList5"/>
    <dgm:cxn modelId="{AAB33008-87D5-4FB9-A7B5-906DCE2EA19D}" type="presParOf" srcId="{B0F6D2DD-7D2F-4C25-9481-8657FB6C4410}" destId="{6A9F4FEB-A475-4683-A6A8-156B60111E0D}" srcOrd="2" destOrd="0" presId="urn:microsoft.com/office/officeart/2005/8/layout/vList5"/>
    <dgm:cxn modelId="{3B355051-1FE2-458C-8CDE-451D974760F6}" type="presParOf" srcId="{6A9F4FEB-A475-4683-A6A8-156B60111E0D}" destId="{BD33A546-0FFF-45B0-97B9-5A43E429C1F9}" srcOrd="0" destOrd="0" presId="urn:microsoft.com/office/officeart/2005/8/layout/vList5"/>
    <dgm:cxn modelId="{9A99DF52-33DB-4A68-B7C1-703261177ABB}" type="presParOf" srcId="{6A9F4FEB-A475-4683-A6A8-156B60111E0D}" destId="{867B2F90-FAC5-42DC-81E3-4BEFDC448329}" srcOrd="1" destOrd="0" presId="urn:microsoft.com/office/officeart/2005/8/layout/vList5"/>
    <dgm:cxn modelId="{2074EEA7-8693-4064-9DDC-6089A093113B}" type="presParOf" srcId="{B0F6D2DD-7D2F-4C25-9481-8657FB6C4410}" destId="{85ADB4BC-0383-4838-B738-D355DE3FC51C}" srcOrd="3" destOrd="0" presId="urn:microsoft.com/office/officeart/2005/8/layout/vList5"/>
    <dgm:cxn modelId="{50DEE2B1-372B-4A0F-BF9C-13561F1F5110}" type="presParOf" srcId="{B0F6D2DD-7D2F-4C25-9481-8657FB6C4410}" destId="{7C9CB5DF-45D4-459E-8C24-03880553B3D0}" srcOrd="4" destOrd="0" presId="urn:microsoft.com/office/officeart/2005/8/layout/vList5"/>
    <dgm:cxn modelId="{326F8E49-B5C0-4F2C-A944-2AA4AFE6EDE8}" type="presParOf" srcId="{7C9CB5DF-45D4-459E-8C24-03880553B3D0}" destId="{63CDE4CA-EF1F-4AFC-AEFF-75DD6464E249}" srcOrd="0" destOrd="0" presId="urn:microsoft.com/office/officeart/2005/8/layout/vList5"/>
    <dgm:cxn modelId="{B37E398C-DF03-4A39-84FC-4DADA0565C57}" type="presParOf" srcId="{7C9CB5DF-45D4-459E-8C24-03880553B3D0}" destId="{4F1692C3-BA5A-4E27-88BF-A5A29AEF51A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48F819E-9758-4F61-8E6B-E85105CB22C5}" type="doc">
      <dgm:prSet loTypeId="urn:microsoft.com/office/officeart/2008/layout/PictureStrips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31E477B-4757-4060-9D8D-4C1BEC5A7A2B}">
      <dgm:prSet phldrT="[Text]"/>
      <dgm:spPr/>
      <dgm:t>
        <a:bodyPr/>
        <a:lstStyle/>
        <a:p>
          <a:r>
            <a:rPr lang="en-US" b="0" i="0" dirty="0" err="1" smtClean="0"/>
            <a:t>Perbedaan</a:t>
          </a:r>
          <a:r>
            <a:rPr lang="en-US" b="0" i="0" dirty="0" smtClean="0"/>
            <a:t> list </a:t>
          </a:r>
          <a:r>
            <a:rPr lang="en-US" b="0" i="0" dirty="0" err="1" smtClean="0"/>
            <a:t>dan</a:t>
          </a:r>
          <a:r>
            <a:rPr lang="en-US" b="0" i="0" dirty="0" smtClean="0"/>
            <a:t> array </a:t>
          </a:r>
          <a:r>
            <a:rPr lang="en-US" b="0" i="0" dirty="0" err="1" smtClean="0"/>
            <a:t>hanya</a:t>
          </a:r>
          <a:r>
            <a:rPr lang="en-US" b="0" i="0" dirty="0" smtClean="0"/>
            <a:t> </a:t>
          </a:r>
          <a:r>
            <a:rPr lang="en-US" b="0" i="0" dirty="0" err="1" smtClean="0"/>
            <a:t>pada</a:t>
          </a:r>
          <a:r>
            <a:rPr lang="en-US" b="0" i="0" dirty="0" smtClean="0"/>
            <a:t> </a:t>
          </a:r>
          <a:r>
            <a:rPr lang="en-US" b="0" i="0" dirty="0" err="1" smtClean="0"/>
            <a:t>penyimpanannya</a:t>
          </a:r>
          <a:r>
            <a:rPr lang="en-US" b="0" i="0" dirty="0" smtClean="0"/>
            <a:t> </a:t>
          </a:r>
          <a:r>
            <a:rPr lang="en-US" b="0" i="0" dirty="0" err="1" smtClean="0"/>
            <a:t>saja</a:t>
          </a:r>
          <a:r>
            <a:rPr lang="en-US" b="0" i="0" dirty="0" smtClean="0"/>
            <a:t>. </a:t>
          </a:r>
          <a:endParaRPr lang="en-US" dirty="0"/>
        </a:p>
      </dgm:t>
    </dgm:pt>
    <dgm:pt modelId="{F9AF672F-9FEC-4741-82A1-14EDDFB5A23A}" type="parTrans" cxnId="{16B09400-52E2-47A9-BEDD-CC331159A848}">
      <dgm:prSet/>
      <dgm:spPr/>
      <dgm:t>
        <a:bodyPr/>
        <a:lstStyle/>
        <a:p>
          <a:endParaRPr lang="en-US"/>
        </a:p>
      </dgm:t>
    </dgm:pt>
    <dgm:pt modelId="{AE039B74-2B85-4944-ABD8-C7917576EE35}" type="sibTrans" cxnId="{16B09400-52E2-47A9-BEDD-CC331159A848}">
      <dgm:prSet/>
      <dgm:spPr/>
      <dgm:t>
        <a:bodyPr/>
        <a:lstStyle/>
        <a:p>
          <a:endParaRPr lang="en-US"/>
        </a:p>
      </dgm:t>
    </dgm:pt>
    <dgm:pt modelId="{C515DD4D-FE79-44CB-BF72-99A490A39947}">
      <dgm:prSet phldrT="[Text]"/>
      <dgm:spPr/>
      <dgm:t>
        <a:bodyPr/>
        <a:lstStyle/>
        <a:p>
          <a:r>
            <a:rPr lang="en-US" b="0" i="0" dirty="0" err="1" smtClean="0"/>
            <a:t>Jika</a:t>
          </a:r>
          <a:r>
            <a:rPr lang="en-US" b="0" i="0" dirty="0" smtClean="0"/>
            <a:t> array </a:t>
          </a:r>
          <a:r>
            <a:rPr lang="en-US" b="0" i="0" dirty="0" err="1" smtClean="0"/>
            <a:t>bisa</a:t>
          </a:r>
          <a:r>
            <a:rPr lang="en-US" b="0" i="0" dirty="0" smtClean="0"/>
            <a:t> </a:t>
          </a:r>
          <a:r>
            <a:rPr lang="en-US" b="0" i="0" dirty="0" err="1" smtClean="0"/>
            <a:t>menyimpan</a:t>
          </a:r>
          <a:r>
            <a:rPr lang="en-US" b="0" i="0" dirty="0" smtClean="0"/>
            <a:t> 1 </a:t>
          </a:r>
          <a:r>
            <a:rPr lang="en-US" b="0" i="0" dirty="0" err="1" smtClean="0"/>
            <a:t>tipe</a:t>
          </a:r>
          <a:r>
            <a:rPr lang="en-US" b="0" i="0" dirty="0" smtClean="0"/>
            <a:t> data </a:t>
          </a:r>
          <a:r>
            <a:rPr lang="en-US" b="0" i="0" dirty="0" err="1" smtClean="0"/>
            <a:t>dalam</a:t>
          </a:r>
          <a:r>
            <a:rPr lang="en-US" b="0" i="0" dirty="0" smtClean="0"/>
            <a:t> 1 array, </a:t>
          </a:r>
          <a:r>
            <a:rPr lang="en-US" b="0" i="0" dirty="0" err="1" smtClean="0"/>
            <a:t>maka</a:t>
          </a:r>
          <a:r>
            <a:rPr lang="en-US" b="0" i="0" dirty="0" smtClean="0"/>
            <a:t> list </a:t>
          </a:r>
          <a:r>
            <a:rPr lang="en-US" b="0" i="0" dirty="0" err="1" smtClean="0"/>
            <a:t>dapat</a:t>
          </a:r>
          <a:r>
            <a:rPr lang="en-US" b="0" i="0" dirty="0" smtClean="0"/>
            <a:t> </a:t>
          </a:r>
          <a:r>
            <a:rPr lang="en-US" b="0" i="0" dirty="0" err="1" smtClean="0"/>
            <a:t>menyimpan</a:t>
          </a:r>
          <a:r>
            <a:rPr lang="en-US" b="0" i="0" dirty="0" smtClean="0"/>
            <a:t> </a:t>
          </a:r>
          <a:r>
            <a:rPr lang="en-US" b="0" i="0" dirty="0" err="1" smtClean="0"/>
            <a:t>banyak</a:t>
          </a:r>
          <a:r>
            <a:rPr lang="en-US" b="0" i="0" dirty="0" smtClean="0"/>
            <a:t> </a:t>
          </a:r>
          <a:r>
            <a:rPr lang="en-US" b="0" i="0" dirty="0" err="1" smtClean="0"/>
            <a:t>tipe</a:t>
          </a:r>
          <a:r>
            <a:rPr lang="en-US" b="0" i="0" dirty="0" smtClean="0"/>
            <a:t> data </a:t>
          </a:r>
          <a:r>
            <a:rPr lang="en-US" b="0" i="0" dirty="0" err="1" smtClean="0"/>
            <a:t>dalam</a:t>
          </a:r>
          <a:r>
            <a:rPr lang="en-US" b="0" i="0" dirty="0" smtClean="0"/>
            <a:t> </a:t>
          </a:r>
          <a:r>
            <a:rPr lang="en-US" b="0" i="0" dirty="0" err="1" smtClean="0"/>
            <a:t>satu</a:t>
          </a:r>
          <a:r>
            <a:rPr lang="en-US" b="0" i="0" dirty="0" smtClean="0"/>
            <a:t> list.</a:t>
          </a:r>
          <a:endParaRPr lang="en-US" dirty="0"/>
        </a:p>
      </dgm:t>
    </dgm:pt>
    <dgm:pt modelId="{5FBF53EA-83FD-4036-8B11-3B2272E6C2B8}" type="parTrans" cxnId="{8E444A5A-6D97-4C89-B68F-0C9D4B1A63C6}">
      <dgm:prSet/>
      <dgm:spPr/>
      <dgm:t>
        <a:bodyPr/>
        <a:lstStyle/>
        <a:p>
          <a:endParaRPr lang="en-US"/>
        </a:p>
      </dgm:t>
    </dgm:pt>
    <dgm:pt modelId="{4EB3FC79-122A-48A0-8147-D240F808E40C}" type="sibTrans" cxnId="{8E444A5A-6D97-4C89-B68F-0C9D4B1A63C6}">
      <dgm:prSet/>
      <dgm:spPr/>
      <dgm:t>
        <a:bodyPr/>
        <a:lstStyle/>
        <a:p>
          <a:endParaRPr lang="en-US"/>
        </a:p>
      </dgm:t>
    </dgm:pt>
    <dgm:pt modelId="{F9E229FA-5D23-4F44-8500-A0CA0AD27D27}" type="pres">
      <dgm:prSet presAssocID="{748F819E-9758-4F61-8E6B-E85105CB22C5}" presName="Name0" presStyleCnt="0">
        <dgm:presLayoutVars>
          <dgm:dir/>
          <dgm:resizeHandles val="exact"/>
        </dgm:presLayoutVars>
      </dgm:prSet>
      <dgm:spPr/>
    </dgm:pt>
    <dgm:pt modelId="{6E119A75-049A-4EB1-99AE-38A7F08D0C10}" type="pres">
      <dgm:prSet presAssocID="{531E477B-4757-4060-9D8D-4C1BEC5A7A2B}" presName="composite" presStyleCnt="0"/>
      <dgm:spPr/>
    </dgm:pt>
    <dgm:pt modelId="{6E573E91-01DC-42F4-9383-F1D1A1A58697}" type="pres">
      <dgm:prSet presAssocID="{531E477B-4757-4060-9D8D-4C1BEC5A7A2B}" presName="rect1" presStyleLbl="trAlignAcc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25113E-4593-4F65-B840-BC8820E60E69}" type="pres">
      <dgm:prSet presAssocID="{531E477B-4757-4060-9D8D-4C1BEC5A7A2B}" presName="rect2" presStyleLbl="fgImgPlace1" presStyleIdx="0" presStyleCnt="2"/>
      <dgm:spPr/>
    </dgm:pt>
    <dgm:pt modelId="{313DB916-98D9-42C8-B3AC-1A973F353C95}" type="pres">
      <dgm:prSet presAssocID="{AE039B74-2B85-4944-ABD8-C7917576EE35}" presName="sibTrans" presStyleCnt="0"/>
      <dgm:spPr/>
    </dgm:pt>
    <dgm:pt modelId="{4F673461-B237-450A-B89B-1D2550ECA64B}" type="pres">
      <dgm:prSet presAssocID="{C515DD4D-FE79-44CB-BF72-99A490A39947}" presName="composite" presStyleCnt="0"/>
      <dgm:spPr/>
    </dgm:pt>
    <dgm:pt modelId="{0D437F9D-6401-4E46-9591-62C5F619295C}" type="pres">
      <dgm:prSet presAssocID="{C515DD4D-FE79-44CB-BF72-99A490A39947}" presName="rect1" presStyleLbl="trAlignAcc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CE352B4-4B06-4AFC-8D01-0AFED1E43EB1}" type="pres">
      <dgm:prSet presAssocID="{C515DD4D-FE79-44CB-BF72-99A490A39947}" presName="rect2" presStyleLbl="fgImgPlace1" presStyleIdx="1" presStyleCnt="2"/>
      <dgm:spPr/>
    </dgm:pt>
  </dgm:ptLst>
  <dgm:cxnLst>
    <dgm:cxn modelId="{8E444A5A-6D97-4C89-B68F-0C9D4B1A63C6}" srcId="{748F819E-9758-4F61-8E6B-E85105CB22C5}" destId="{C515DD4D-FE79-44CB-BF72-99A490A39947}" srcOrd="1" destOrd="0" parTransId="{5FBF53EA-83FD-4036-8B11-3B2272E6C2B8}" sibTransId="{4EB3FC79-122A-48A0-8147-D240F808E40C}"/>
    <dgm:cxn modelId="{EFE3BFCE-DD9E-413C-B85E-8FDD549E6A08}" type="presOf" srcId="{531E477B-4757-4060-9D8D-4C1BEC5A7A2B}" destId="{6E573E91-01DC-42F4-9383-F1D1A1A58697}" srcOrd="0" destOrd="0" presId="urn:microsoft.com/office/officeart/2008/layout/PictureStrips"/>
    <dgm:cxn modelId="{8B577F96-0702-4F17-A10A-3A56E33979BE}" type="presOf" srcId="{C515DD4D-FE79-44CB-BF72-99A490A39947}" destId="{0D437F9D-6401-4E46-9591-62C5F619295C}" srcOrd="0" destOrd="0" presId="urn:microsoft.com/office/officeart/2008/layout/PictureStrips"/>
    <dgm:cxn modelId="{0B6B6A48-9859-433D-9DE6-410131411477}" type="presOf" srcId="{748F819E-9758-4F61-8E6B-E85105CB22C5}" destId="{F9E229FA-5D23-4F44-8500-A0CA0AD27D27}" srcOrd="0" destOrd="0" presId="urn:microsoft.com/office/officeart/2008/layout/PictureStrips"/>
    <dgm:cxn modelId="{16B09400-52E2-47A9-BEDD-CC331159A848}" srcId="{748F819E-9758-4F61-8E6B-E85105CB22C5}" destId="{531E477B-4757-4060-9D8D-4C1BEC5A7A2B}" srcOrd="0" destOrd="0" parTransId="{F9AF672F-9FEC-4741-82A1-14EDDFB5A23A}" sibTransId="{AE039B74-2B85-4944-ABD8-C7917576EE35}"/>
    <dgm:cxn modelId="{61FDCEA5-BD63-4D5B-AD19-427BE0E5E3B9}" type="presParOf" srcId="{F9E229FA-5D23-4F44-8500-A0CA0AD27D27}" destId="{6E119A75-049A-4EB1-99AE-38A7F08D0C10}" srcOrd="0" destOrd="0" presId="urn:microsoft.com/office/officeart/2008/layout/PictureStrips"/>
    <dgm:cxn modelId="{F4690DA9-875D-4B81-A809-E291DFC1C565}" type="presParOf" srcId="{6E119A75-049A-4EB1-99AE-38A7F08D0C10}" destId="{6E573E91-01DC-42F4-9383-F1D1A1A58697}" srcOrd="0" destOrd="0" presId="urn:microsoft.com/office/officeart/2008/layout/PictureStrips"/>
    <dgm:cxn modelId="{3285A367-579E-4672-ADEF-28BB7AD4B641}" type="presParOf" srcId="{6E119A75-049A-4EB1-99AE-38A7F08D0C10}" destId="{8B25113E-4593-4F65-B840-BC8820E60E69}" srcOrd="1" destOrd="0" presId="urn:microsoft.com/office/officeart/2008/layout/PictureStrips"/>
    <dgm:cxn modelId="{EF7BEB8B-DE16-48FF-8904-6488F9C6D306}" type="presParOf" srcId="{F9E229FA-5D23-4F44-8500-A0CA0AD27D27}" destId="{313DB916-98D9-42C8-B3AC-1A973F353C95}" srcOrd="1" destOrd="0" presId="urn:microsoft.com/office/officeart/2008/layout/PictureStrips"/>
    <dgm:cxn modelId="{FC0751A9-8D2E-46EF-9FE1-4CFDDD4E3E27}" type="presParOf" srcId="{F9E229FA-5D23-4F44-8500-A0CA0AD27D27}" destId="{4F673461-B237-450A-B89B-1D2550ECA64B}" srcOrd="2" destOrd="0" presId="urn:microsoft.com/office/officeart/2008/layout/PictureStrips"/>
    <dgm:cxn modelId="{16936538-C461-4B4B-9E40-A3C20272B9E1}" type="presParOf" srcId="{4F673461-B237-450A-B89B-1D2550ECA64B}" destId="{0D437F9D-6401-4E46-9591-62C5F619295C}" srcOrd="0" destOrd="0" presId="urn:microsoft.com/office/officeart/2008/layout/PictureStrips"/>
    <dgm:cxn modelId="{4FE78001-23D0-4474-B74A-6205317E7828}" type="presParOf" srcId="{4F673461-B237-450A-B89B-1D2550ECA64B}" destId="{0CE352B4-4B06-4AFC-8D01-0AFED1E43EB1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 smtClean="0"/>
            <a:t>Mahasiswa</a:t>
          </a:r>
          <a:r>
            <a:rPr lang="en-US" dirty="0" smtClean="0"/>
            <a:t> </a:t>
          </a:r>
          <a:r>
            <a:rPr lang="en-US" dirty="0" err="1" smtClean="0"/>
            <a:t>Informtika</a:t>
          </a:r>
          <a:r>
            <a:rPr lang="en-US" dirty="0" smtClean="0"/>
            <a:t> UAD </a:t>
          </a:r>
          <a:r>
            <a:rPr lang="en-US" dirty="0" err="1" smtClean="0"/>
            <a:t>kereen</a:t>
          </a:r>
          <a:endParaRPr lang="en-US" dirty="0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 smtClean="0"/>
            <a:t>Mahasiswa</a:t>
          </a:r>
          <a:r>
            <a:rPr lang="en-US" dirty="0" smtClean="0"/>
            <a:t> </a:t>
          </a:r>
          <a:r>
            <a:rPr lang="en-US" dirty="0" err="1" smtClean="0"/>
            <a:t>Informtika</a:t>
          </a:r>
          <a:r>
            <a:rPr lang="en-US" dirty="0" smtClean="0"/>
            <a:t> UAD </a:t>
          </a:r>
          <a:r>
            <a:rPr lang="en-US" dirty="0" err="1" smtClean="0"/>
            <a:t>bisa</a:t>
          </a:r>
          <a:r>
            <a:rPr lang="en-US" dirty="0" smtClean="0"/>
            <a:t> </a:t>
          </a:r>
          <a:r>
            <a:rPr lang="en-US" dirty="0" err="1" smtClean="0"/>
            <a:t>Ngoding</a:t>
          </a:r>
          <a:endParaRPr lang="en-US" dirty="0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 err="1" smtClean="0"/>
            <a:t>Selamat</a:t>
          </a:r>
          <a:r>
            <a:rPr lang="en-US" dirty="0" smtClean="0"/>
            <a:t> </a:t>
          </a:r>
          <a:r>
            <a:rPr lang="en-US" dirty="0" err="1" smtClean="0"/>
            <a:t>Ngoding</a:t>
          </a:r>
          <a:r>
            <a:rPr lang="en-US" dirty="0" smtClean="0"/>
            <a:t> </a:t>
          </a:r>
          <a:r>
            <a:rPr lang="en-US" dirty="0" err="1" smtClean="0"/>
            <a:t>dengan</a:t>
          </a:r>
          <a:r>
            <a:rPr lang="en-US" dirty="0" smtClean="0"/>
            <a:t> </a:t>
          </a:r>
          <a:r>
            <a:rPr lang="en-US" dirty="0" err="1" smtClean="0"/>
            <a:t>Phyton</a:t>
          </a:r>
          <a:r>
            <a:rPr lang="en-US" dirty="0" smtClean="0"/>
            <a:t>. </a:t>
          </a:r>
          <a:endParaRPr lang="en-US" dirty="0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/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3433AC-CF14-4271-863F-7497B244621D}">
      <dsp:nvSpPr>
        <dsp:cNvPr id="0" name=""/>
        <dsp:cNvSpPr/>
      </dsp:nvSpPr>
      <dsp:spPr>
        <a:xfrm>
          <a:off x="0" y="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2FEFE-BC40-4EBC-ACFC-44CCDA22CECD}">
      <dsp:nvSpPr>
        <dsp:cNvPr id="0" name=""/>
        <dsp:cNvSpPr/>
      </dsp:nvSpPr>
      <dsp:spPr>
        <a:xfrm>
          <a:off x="0" y="0"/>
          <a:ext cx="2011680" cy="38496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err="1" smtClean="0"/>
            <a:t>Definisi</a:t>
          </a:r>
          <a:endParaRPr lang="en-US" sz="4000" kern="1200" dirty="0"/>
        </a:p>
      </dsp:txBody>
      <dsp:txXfrm>
        <a:off x="0" y="0"/>
        <a:ext cx="2011680" cy="3849687"/>
      </dsp:txXfrm>
    </dsp:sp>
    <dsp:sp modelId="{B122968F-2DA5-4795-9382-FA04ADC2115A}">
      <dsp:nvSpPr>
        <dsp:cNvPr id="0" name=""/>
        <dsp:cNvSpPr/>
      </dsp:nvSpPr>
      <dsp:spPr>
        <a:xfrm>
          <a:off x="2162556" y="89475"/>
          <a:ext cx="7895844" cy="1789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List </a:t>
          </a:r>
          <a:r>
            <a:rPr lang="en-US" sz="2900" kern="1200" dirty="0" err="1" smtClean="0"/>
            <a:t>merupakan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variabel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berindex</a:t>
          </a:r>
          <a:r>
            <a:rPr lang="en-US" sz="2900" kern="1200" dirty="0" smtClean="0"/>
            <a:t> yang </a:t>
          </a:r>
          <a:r>
            <a:rPr lang="en-US" sz="2900" kern="1200" dirty="0" err="1" smtClean="0"/>
            <a:t>menyimpan</a:t>
          </a:r>
          <a:r>
            <a:rPr lang="en-US" sz="2900" kern="1200" dirty="0" smtClean="0"/>
            <a:t> data </a:t>
          </a:r>
          <a:r>
            <a:rPr lang="en-US" sz="2900" kern="1200" dirty="0" err="1" smtClean="0"/>
            <a:t>sementara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dalam</a:t>
          </a:r>
          <a:r>
            <a:rPr lang="en-US" sz="2900" kern="1200" dirty="0" smtClean="0"/>
            <a:t> </a:t>
          </a:r>
          <a:r>
            <a:rPr lang="en-US" sz="2900" kern="1200" dirty="0" err="1" smtClean="0"/>
            <a:t>sebuah</a:t>
          </a:r>
          <a:r>
            <a:rPr lang="en-US" sz="2900" kern="1200" dirty="0" smtClean="0"/>
            <a:t> program </a:t>
          </a:r>
          <a:r>
            <a:rPr lang="en-US" sz="2900" kern="1200" dirty="0" err="1" smtClean="0"/>
            <a:t>selama</a:t>
          </a:r>
          <a:r>
            <a:rPr lang="en-US" sz="2900" kern="1200" dirty="0" smtClean="0"/>
            <a:t> program </a:t>
          </a:r>
          <a:r>
            <a:rPr lang="en-US" sz="2900" kern="1200" dirty="0" err="1" smtClean="0"/>
            <a:t>berjalan</a:t>
          </a:r>
          <a:endParaRPr lang="en-US" sz="2900" kern="1200" dirty="0"/>
        </a:p>
      </dsp:txBody>
      <dsp:txXfrm>
        <a:off x="2162556" y="89475"/>
        <a:ext cx="7895844" cy="1789502"/>
      </dsp:txXfrm>
    </dsp:sp>
    <dsp:sp modelId="{C79C1E5F-B521-45B6-AC50-162F3EDB07A5}">
      <dsp:nvSpPr>
        <dsp:cNvPr id="0" name=""/>
        <dsp:cNvSpPr/>
      </dsp:nvSpPr>
      <dsp:spPr>
        <a:xfrm>
          <a:off x="2011680" y="1878978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89F3FC-640C-4AF4-B430-F31ACB0CB540}">
      <dsp:nvSpPr>
        <dsp:cNvPr id="0" name=""/>
        <dsp:cNvSpPr/>
      </dsp:nvSpPr>
      <dsp:spPr>
        <a:xfrm>
          <a:off x="2162556" y="1968453"/>
          <a:ext cx="7895844" cy="17895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err="1" smtClean="0"/>
            <a:t>Keistimewaan</a:t>
          </a:r>
          <a:r>
            <a:rPr lang="en-US" sz="2900" kern="1200" dirty="0" smtClean="0"/>
            <a:t> List: </a:t>
          </a:r>
          <a:r>
            <a:rPr lang="en-US" sz="2900" b="0" i="0" kern="1200" dirty="0" err="1" smtClean="0"/>
            <a:t>bisa</a:t>
          </a:r>
          <a:r>
            <a:rPr lang="en-US" sz="2900" b="0" i="0" kern="1200" dirty="0" smtClean="0"/>
            <a:t> </a:t>
          </a:r>
          <a:r>
            <a:rPr lang="en-US" sz="2900" b="0" i="0" kern="1200" dirty="0" err="1" smtClean="0"/>
            <a:t>menyimpan</a:t>
          </a:r>
          <a:r>
            <a:rPr lang="en-US" sz="2900" b="0" i="0" kern="1200" dirty="0" smtClean="0"/>
            <a:t> data yang </a:t>
          </a:r>
          <a:r>
            <a:rPr lang="en-US" sz="2900" b="0" i="0" kern="1200" dirty="0" err="1" smtClean="0"/>
            <a:t>berbeda</a:t>
          </a:r>
          <a:r>
            <a:rPr lang="en-US" sz="2900" b="0" i="0" kern="1200" dirty="0" smtClean="0"/>
            <a:t> </a:t>
          </a:r>
          <a:r>
            <a:rPr lang="en-US" sz="2900" b="0" i="0" kern="1200" dirty="0" err="1" smtClean="0"/>
            <a:t>tipe</a:t>
          </a:r>
          <a:r>
            <a:rPr lang="en-US" sz="2900" b="0" i="0" kern="1200" dirty="0" smtClean="0"/>
            <a:t> </a:t>
          </a:r>
          <a:r>
            <a:rPr lang="en-US" sz="2900" b="0" i="0" kern="1200" dirty="0" err="1" smtClean="0"/>
            <a:t>dalam</a:t>
          </a:r>
          <a:r>
            <a:rPr lang="en-US" sz="2900" b="0" i="0" kern="1200" dirty="0" smtClean="0"/>
            <a:t> </a:t>
          </a:r>
          <a:r>
            <a:rPr lang="en-US" sz="2900" b="0" i="0" kern="1200" dirty="0" err="1" smtClean="0"/>
            <a:t>satu</a:t>
          </a:r>
          <a:r>
            <a:rPr lang="en-US" sz="2900" b="0" i="0" kern="1200" dirty="0" smtClean="0"/>
            <a:t> list.</a:t>
          </a:r>
          <a:endParaRPr lang="en-US" sz="2900" kern="1200" dirty="0"/>
        </a:p>
      </dsp:txBody>
      <dsp:txXfrm>
        <a:off x="2162556" y="1968453"/>
        <a:ext cx="7895844" cy="1789502"/>
      </dsp:txXfrm>
    </dsp:sp>
    <dsp:sp modelId="{2559D71B-1F2B-47CA-B61E-EE17DE9F4299}">
      <dsp:nvSpPr>
        <dsp:cNvPr id="0" name=""/>
        <dsp:cNvSpPr/>
      </dsp:nvSpPr>
      <dsp:spPr>
        <a:xfrm>
          <a:off x="2011680" y="3757956"/>
          <a:ext cx="804672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6D1E25-C049-43DF-AC1A-B936198C3F0F}">
      <dsp:nvSpPr>
        <dsp:cNvPr id="0" name=""/>
        <dsp:cNvSpPr/>
      </dsp:nvSpPr>
      <dsp:spPr>
        <a:xfrm rot="5400000">
          <a:off x="-310155" y="311155"/>
          <a:ext cx="2067702" cy="1447392"/>
        </a:xfrm>
        <a:prstGeom prst="chevron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1</a:t>
          </a:r>
          <a:endParaRPr lang="en-US" sz="4000" kern="1200" dirty="0"/>
        </a:p>
      </dsp:txBody>
      <dsp:txXfrm rot="-5400000">
        <a:off x="0" y="724696"/>
        <a:ext cx="1447392" cy="620310"/>
      </dsp:txXfrm>
    </dsp:sp>
    <dsp:sp modelId="{35E6A1E4-B2B7-4B86-BF25-9BD01F7E2CED}">
      <dsp:nvSpPr>
        <dsp:cNvPr id="0" name=""/>
        <dsp:cNvSpPr/>
      </dsp:nvSpPr>
      <dsp:spPr>
        <a:xfrm rot="5400000">
          <a:off x="5080892" y="-3632500"/>
          <a:ext cx="1344006" cy="86110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 err="1" smtClean="0"/>
            <a:t>Bahasa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pemrograman</a:t>
          </a:r>
          <a:r>
            <a:rPr lang="en-US" sz="2800" b="0" i="0" kern="1200" dirty="0" smtClean="0"/>
            <a:t> python </a:t>
          </a:r>
          <a:r>
            <a:rPr lang="en-US" sz="2800" b="0" i="0" kern="1200" dirty="0" err="1" smtClean="0"/>
            <a:t>memiliki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fungsi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bawaan</a:t>
          </a:r>
          <a:r>
            <a:rPr lang="en-US" sz="2800" b="0" i="0" kern="1200" dirty="0" smtClean="0"/>
            <a:t> untuk </a:t>
          </a:r>
          <a:r>
            <a:rPr lang="en-US" sz="2800" b="0" i="0" kern="1200" dirty="0" err="1" smtClean="0"/>
            <a:t>memudahkan</a:t>
          </a:r>
          <a:r>
            <a:rPr lang="en-US" sz="2800" b="0" i="0" kern="1200" dirty="0" smtClean="0"/>
            <a:t> list.</a:t>
          </a:r>
          <a:endParaRPr lang="en-US" sz="2800" kern="1200" dirty="0"/>
        </a:p>
      </dsp:txBody>
      <dsp:txXfrm rot="-5400000">
        <a:off x="1447392" y="66609"/>
        <a:ext cx="8545398" cy="1212788"/>
      </dsp:txXfrm>
    </dsp:sp>
    <dsp:sp modelId="{B46613BF-CF14-4019-A791-ACB3DD9DDD50}">
      <dsp:nvSpPr>
        <dsp:cNvPr id="0" name=""/>
        <dsp:cNvSpPr/>
      </dsp:nvSpPr>
      <dsp:spPr>
        <a:xfrm rot="5400000">
          <a:off x="-310155" y="2091139"/>
          <a:ext cx="2067702" cy="1447392"/>
        </a:xfrm>
        <a:prstGeom prst="chevron">
          <a:avLst/>
        </a:prstGeom>
        <a:solidFill>
          <a:schemeClr val="accent1">
            <a:shade val="80000"/>
            <a:hueOff val="280847"/>
            <a:satOff val="-21537"/>
            <a:lumOff val="30799"/>
            <a:alphaOff val="0"/>
          </a:schemeClr>
        </a:solidFill>
        <a:ln w="12700" cap="flat" cmpd="sng" algn="ctr">
          <a:solidFill>
            <a:schemeClr val="accent1">
              <a:shade val="80000"/>
              <a:hueOff val="280847"/>
              <a:satOff val="-21537"/>
              <a:lumOff val="307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2</a:t>
          </a:r>
          <a:endParaRPr lang="en-US" sz="4000" kern="1200" dirty="0"/>
        </a:p>
      </dsp:txBody>
      <dsp:txXfrm rot="-5400000">
        <a:off x="0" y="2504680"/>
        <a:ext cx="1447392" cy="620310"/>
      </dsp:txXfrm>
    </dsp:sp>
    <dsp:sp modelId="{8591FE83-7C08-40E8-9D8D-F059857A00F2}">
      <dsp:nvSpPr>
        <dsp:cNvPr id="0" name=""/>
        <dsp:cNvSpPr/>
      </dsp:nvSpPr>
      <dsp:spPr>
        <a:xfrm rot="5400000">
          <a:off x="5080892" y="-1852516"/>
          <a:ext cx="1344006" cy="861100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280847"/>
              <a:satOff val="-21537"/>
              <a:lumOff val="307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7780" rIns="17780" bIns="1778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 err="1" smtClean="0"/>
            <a:t>tidak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perlu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dideklarasikan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lagi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karena</a:t>
          </a:r>
          <a:r>
            <a:rPr lang="en-US" sz="2800" b="0" i="0" kern="1200" dirty="0" smtClean="0"/>
            <a:t> python </a:t>
          </a:r>
          <a:r>
            <a:rPr lang="en-US" sz="2800" b="0" i="0" kern="1200" dirty="0" err="1" smtClean="0"/>
            <a:t>sudah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menyiapkannya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dan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kita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hanya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perlu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memanggil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fungsi</a:t>
          </a:r>
          <a:r>
            <a:rPr lang="en-US" sz="2800" b="0" i="0" kern="1200" dirty="0" smtClean="0"/>
            <a:t> list </a:t>
          </a:r>
          <a:r>
            <a:rPr lang="en-US" sz="2800" b="0" i="0" kern="1200" dirty="0" err="1" smtClean="0"/>
            <a:t>tersebut</a:t>
          </a:r>
          <a:endParaRPr lang="en-US" sz="2800" kern="1200" dirty="0"/>
        </a:p>
      </dsp:txBody>
      <dsp:txXfrm rot="-5400000">
        <a:off x="1447392" y="1846593"/>
        <a:ext cx="8545398" cy="121278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97064-B139-496E-B059-FBE6D3806C12}">
      <dsp:nvSpPr>
        <dsp:cNvPr id="0" name=""/>
        <dsp:cNvSpPr/>
      </dsp:nvSpPr>
      <dsp:spPr>
        <a:xfrm rot="5400000">
          <a:off x="6861071" y="-2981691"/>
          <a:ext cx="629317" cy="6753628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b="0" i="0" kern="1200" dirty="0" smtClean="0"/>
            <a:t>Untuk </a:t>
          </a:r>
          <a:r>
            <a:rPr lang="en-US" sz="1700" b="0" i="0" kern="1200" dirty="0" err="1" smtClean="0"/>
            <a:t>menghitung</a:t>
          </a:r>
          <a:r>
            <a:rPr lang="en-US" sz="1700" b="0" i="0" kern="1200" dirty="0" smtClean="0"/>
            <a:t> total </a:t>
          </a:r>
          <a:r>
            <a:rPr lang="en-US" sz="1700" b="0" i="0" kern="1200" dirty="0" err="1" smtClean="0"/>
            <a:t>jumlah</a:t>
          </a:r>
          <a:r>
            <a:rPr lang="en-US" sz="1700" b="0" i="0" kern="1200" dirty="0" smtClean="0"/>
            <a:t> index list</a:t>
          </a:r>
          <a:endParaRPr lang="en-US" sz="1700" kern="1200" dirty="0"/>
        </a:p>
      </dsp:txBody>
      <dsp:txXfrm rot="-5400000">
        <a:off x="3798916" y="111185"/>
        <a:ext cx="6722907" cy="567875"/>
      </dsp:txXfrm>
    </dsp:sp>
    <dsp:sp modelId="{80E0DF2F-7C0B-495C-96B6-3F8F42A20DF7}">
      <dsp:nvSpPr>
        <dsp:cNvPr id="0" name=""/>
        <dsp:cNvSpPr/>
      </dsp:nvSpPr>
      <dsp:spPr>
        <a:xfrm>
          <a:off x="0" y="1799"/>
          <a:ext cx="3798916" cy="786646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i="0" kern="1200" dirty="0" err="1" smtClean="0"/>
            <a:t>len</a:t>
          </a:r>
          <a:r>
            <a:rPr lang="en-US" sz="3900" b="1" i="0" kern="1200" dirty="0" smtClean="0"/>
            <a:t> </a:t>
          </a:r>
          <a:endParaRPr lang="en-US" sz="3900" kern="1200" dirty="0"/>
        </a:p>
      </dsp:txBody>
      <dsp:txXfrm>
        <a:off x="38401" y="40200"/>
        <a:ext cx="3722114" cy="709844"/>
      </dsp:txXfrm>
    </dsp:sp>
    <dsp:sp modelId="{147151F3-D9D7-424F-9E70-2B82338ABD11}">
      <dsp:nvSpPr>
        <dsp:cNvPr id="0" name=""/>
        <dsp:cNvSpPr/>
      </dsp:nvSpPr>
      <dsp:spPr>
        <a:xfrm rot="5400000">
          <a:off x="6861071" y="-2155712"/>
          <a:ext cx="629317" cy="6753628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b="0" i="0" kern="1200" dirty="0" err="1" smtClean="0"/>
            <a:t>menghitung</a:t>
          </a:r>
          <a:r>
            <a:rPr lang="en-US" sz="1700" b="0" i="0" kern="1200" dirty="0" smtClean="0"/>
            <a:t> total data </a:t>
          </a:r>
          <a:r>
            <a:rPr lang="en-US" sz="1700" b="0" i="0" kern="1200" dirty="0" err="1" smtClean="0"/>
            <a:t>pada</a:t>
          </a:r>
          <a:r>
            <a:rPr lang="en-US" sz="1700" b="0" i="0" kern="1200" dirty="0" smtClean="0"/>
            <a:t> list </a:t>
          </a:r>
          <a:r>
            <a:rPr lang="en-US" sz="1700" b="0" i="0" kern="1200" dirty="0" err="1" smtClean="0"/>
            <a:t>dengan</a:t>
          </a:r>
          <a:r>
            <a:rPr lang="en-US" sz="1700" b="0" i="0" kern="1200" dirty="0" smtClean="0"/>
            <a:t> value</a:t>
          </a:r>
          <a:endParaRPr lang="en-US" sz="1700" kern="1200" dirty="0"/>
        </a:p>
      </dsp:txBody>
      <dsp:txXfrm rot="-5400000">
        <a:off x="3798916" y="937164"/>
        <a:ext cx="6722907" cy="567875"/>
      </dsp:txXfrm>
    </dsp:sp>
    <dsp:sp modelId="{C2139431-2531-4896-B710-3356EAAAF3EC}">
      <dsp:nvSpPr>
        <dsp:cNvPr id="0" name=""/>
        <dsp:cNvSpPr/>
      </dsp:nvSpPr>
      <dsp:spPr>
        <a:xfrm>
          <a:off x="0" y="827778"/>
          <a:ext cx="3798916" cy="786646"/>
        </a:xfrm>
        <a:prstGeom prst="roundRect">
          <a:avLst/>
        </a:prstGeom>
        <a:solidFill>
          <a:schemeClr val="accent1">
            <a:shade val="50000"/>
            <a:hueOff val="123870"/>
            <a:satOff val="-9768"/>
            <a:lumOff val="187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i="0" kern="1200" dirty="0" smtClean="0"/>
            <a:t>count </a:t>
          </a:r>
          <a:endParaRPr lang="en-US" sz="3900" kern="1200" dirty="0"/>
        </a:p>
      </dsp:txBody>
      <dsp:txXfrm>
        <a:off x="38401" y="866179"/>
        <a:ext cx="3722114" cy="709844"/>
      </dsp:txXfrm>
    </dsp:sp>
    <dsp:sp modelId="{7C9F79FC-D462-4E36-9998-76A6F2BA4938}">
      <dsp:nvSpPr>
        <dsp:cNvPr id="0" name=""/>
        <dsp:cNvSpPr/>
      </dsp:nvSpPr>
      <dsp:spPr>
        <a:xfrm rot="5400000">
          <a:off x="6861071" y="-1329733"/>
          <a:ext cx="629317" cy="6753628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b="0" i="0" kern="1200" dirty="0" err="1" smtClean="0"/>
            <a:t>Berfungsi</a:t>
          </a:r>
          <a:r>
            <a:rPr lang="en-US" sz="1700" b="0" i="0" kern="1200" dirty="0" smtClean="0"/>
            <a:t> untuk </a:t>
          </a:r>
          <a:r>
            <a:rPr lang="en-US" sz="1700" b="0" i="0" kern="1200" dirty="0" err="1" smtClean="0"/>
            <a:t>Menambah</a:t>
          </a:r>
          <a:r>
            <a:rPr lang="en-US" sz="1700" b="0" i="0" kern="1200" dirty="0" smtClean="0"/>
            <a:t> </a:t>
          </a:r>
          <a:r>
            <a:rPr lang="en-US" sz="1700" b="0" i="0" kern="1200" dirty="0" err="1" smtClean="0"/>
            <a:t>nilai</a:t>
          </a:r>
          <a:r>
            <a:rPr lang="en-US" sz="1700" b="0" i="0" kern="1200" dirty="0" smtClean="0"/>
            <a:t> </a:t>
          </a:r>
          <a:r>
            <a:rPr lang="en-US" sz="1700" b="0" i="0" kern="1200" dirty="0" err="1" smtClean="0"/>
            <a:t>baru</a:t>
          </a:r>
          <a:r>
            <a:rPr lang="en-US" sz="1700" b="0" i="0" kern="1200" dirty="0" smtClean="0"/>
            <a:t> </a:t>
          </a:r>
          <a:r>
            <a:rPr lang="en-US" sz="1700" b="0" i="0" kern="1200" dirty="0" err="1" smtClean="0"/>
            <a:t>pada</a:t>
          </a:r>
          <a:r>
            <a:rPr lang="en-US" sz="1700" b="0" i="0" kern="1200" dirty="0" smtClean="0"/>
            <a:t> list</a:t>
          </a:r>
          <a:endParaRPr lang="en-US" sz="1700" kern="1200" dirty="0"/>
        </a:p>
      </dsp:txBody>
      <dsp:txXfrm rot="-5400000">
        <a:off x="3798916" y="1763143"/>
        <a:ext cx="6722907" cy="567875"/>
      </dsp:txXfrm>
    </dsp:sp>
    <dsp:sp modelId="{29ED66FB-9B65-4A98-A43D-0E8286C0EC25}">
      <dsp:nvSpPr>
        <dsp:cNvPr id="0" name=""/>
        <dsp:cNvSpPr/>
      </dsp:nvSpPr>
      <dsp:spPr>
        <a:xfrm>
          <a:off x="0" y="1653757"/>
          <a:ext cx="3798916" cy="786646"/>
        </a:xfrm>
        <a:prstGeom prst="roundRect">
          <a:avLst/>
        </a:prstGeom>
        <a:solidFill>
          <a:schemeClr val="accent1">
            <a:shade val="50000"/>
            <a:hueOff val="247741"/>
            <a:satOff val="-19537"/>
            <a:lumOff val="375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i="0" kern="1200" dirty="0" smtClean="0"/>
            <a:t>append </a:t>
          </a:r>
          <a:endParaRPr lang="en-US" sz="3900" kern="1200" dirty="0"/>
        </a:p>
      </dsp:txBody>
      <dsp:txXfrm>
        <a:off x="38401" y="1692158"/>
        <a:ext cx="3722114" cy="709844"/>
      </dsp:txXfrm>
    </dsp:sp>
    <dsp:sp modelId="{068DE2E3-BD46-4222-8386-EECA3FA4D64C}">
      <dsp:nvSpPr>
        <dsp:cNvPr id="0" name=""/>
        <dsp:cNvSpPr/>
      </dsp:nvSpPr>
      <dsp:spPr>
        <a:xfrm rot="5400000">
          <a:off x="6861071" y="-503754"/>
          <a:ext cx="629317" cy="6753628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b="0" i="0" kern="1200" dirty="0" smtClean="0"/>
            <a:t>Untuk </a:t>
          </a:r>
          <a:r>
            <a:rPr lang="en-US" sz="1700" b="0" i="0" kern="1200" dirty="0" err="1" smtClean="0"/>
            <a:t>menyisipkan</a:t>
          </a:r>
          <a:r>
            <a:rPr lang="en-US" sz="1700" b="0" i="0" kern="1200" dirty="0" smtClean="0"/>
            <a:t> data di index </a:t>
          </a:r>
          <a:r>
            <a:rPr lang="en-US" sz="1700" b="0" i="0" kern="1200" dirty="0" err="1" smtClean="0"/>
            <a:t>tertentu</a:t>
          </a:r>
          <a:endParaRPr lang="en-US" sz="1700" kern="1200" dirty="0"/>
        </a:p>
      </dsp:txBody>
      <dsp:txXfrm rot="-5400000">
        <a:off x="3798916" y="2589122"/>
        <a:ext cx="6722907" cy="567875"/>
      </dsp:txXfrm>
    </dsp:sp>
    <dsp:sp modelId="{1A216240-BAFB-4D7B-BFA9-A621B25FC489}">
      <dsp:nvSpPr>
        <dsp:cNvPr id="0" name=""/>
        <dsp:cNvSpPr/>
      </dsp:nvSpPr>
      <dsp:spPr>
        <a:xfrm>
          <a:off x="0" y="2479736"/>
          <a:ext cx="3798916" cy="786646"/>
        </a:xfrm>
        <a:prstGeom prst="roundRect">
          <a:avLst/>
        </a:prstGeom>
        <a:solidFill>
          <a:schemeClr val="accent1">
            <a:shade val="50000"/>
            <a:hueOff val="247741"/>
            <a:satOff val="-19537"/>
            <a:lumOff val="375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i="0" kern="1200" dirty="0" smtClean="0"/>
            <a:t>insert </a:t>
          </a:r>
          <a:r>
            <a:rPr lang="en-US" sz="3900" b="0" i="0" kern="1200" dirty="0" smtClean="0"/>
            <a:t> </a:t>
          </a:r>
          <a:endParaRPr lang="en-US" sz="3900" kern="1200" dirty="0"/>
        </a:p>
      </dsp:txBody>
      <dsp:txXfrm>
        <a:off x="38401" y="2518137"/>
        <a:ext cx="3722114" cy="709844"/>
      </dsp:txXfrm>
    </dsp:sp>
    <dsp:sp modelId="{DAADC56C-D8FB-4044-8142-8FEC83379639}">
      <dsp:nvSpPr>
        <dsp:cNvPr id="0" name=""/>
        <dsp:cNvSpPr/>
      </dsp:nvSpPr>
      <dsp:spPr>
        <a:xfrm rot="5400000">
          <a:off x="6861071" y="322224"/>
          <a:ext cx="629317" cy="6753628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b="0" i="0" kern="1200" smtClean="0"/>
            <a:t>Untuk menemukan data pada list melalui posisi dari index tertentu</a:t>
          </a:r>
          <a:endParaRPr lang="en-US" sz="1700" kern="1200" dirty="0"/>
        </a:p>
      </dsp:txBody>
      <dsp:txXfrm rot="-5400000">
        <a:off x="3798916" y="3415101"/>
        <a:ext cx="6722907" cy="567875"/>
      </dsp:txXfrm>
    </dsp:sp>
    <dsp:sp modelId="{1CC4ACD3-79BF-4EC0-B89D-079543624CD5}">
      <dsp:nvSpPr>
        <dsp:cNvPr id="0" name=""/>
        <dsp:cNvSpPr/>
      </dsp:nvSpPr>
      <dsp:spPr>
        <a:xfrm>
          <a:off x="0" y="3305715"/>
          <a:ext cx="3798916" cy="786646"/>
        </a:xfrm>
        <a:prstGeom prst="roundRect">
          <a:avLst/>
        </a:prstGeom>
        <a:solidFill>
          <a:schemeClr val="accent1">
            <a:shade val="50000"/>
            <a:hueOff val="123870"/>
            <a:satOff val="-9768"/>
            <a:lumOff val="187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b="1" i="0" kern="1200" dirty="0" smtClean="0"/>
            <a:t>index </a:t>
          </a:r>
          <a:r>
            <a:rPr lang="en-US" sz="3900" b="0" i="0" kern="1200" dirty="0" smtClean="0"/>
            <a:t> </a:t>
          </a:r>
          <a:endParaRPr lang="en-US" sz="3900" kern="1200" dirty="0"/>
        </a:p>
      </dsp:txBody>
      <dsp:txXfrm>
        <a:off x="38401" y="3344116"/>
        <a:ext cx="3722114" cy="7098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D8614C-76EA-4637-9524-5AA1A17C0DA4}">
      <dsp:nvSpPr>
        <dsp:cNvPr id="0" name=""/>
        <dsp:cNvSpPr/>
      </dsp:nvSpPr>
      <dsp:spPr>
        <a:xfrm rot="5400000">
          <a:off x="6543842" y="-2847159"/>
          <a:ext cx="591738" cy="6437376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 smtClean="0"/>
            <a:t>Untuk </a:t>
          </a:r>
          <a:r>
            <a:rPr lang="en-US" sz="1600" b="0" i="0" kern="1200" dirty="0" err="1" smtClean="0"/>
            <a:t>membuang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nilai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dari</a:t>
          </a:r>
          <a:r>
            <a:rPr lang="en-US" sz="1600" b="0" i="0" kern="1200" dirty="0" smtClean="0"/>
            <a:t> list </a:t>
          </a:r>
          <a:r>
            <a:rPr lang="en-US" sz="1600" b="0" i="0" kern="1200" dirty="0" err="1" smtClean="0"/>
            <a:t>berdasarkan</a:t>
          </a:r>
          <a:r>
            <a:rPr lang="en-US" sz="1600" b="0" i="0" kern="1200" dirty="0" smtClean="0"/>
            <a:t> index </a:t>
          </a:r>
          <a:r>
            <a:rPr lang="en-US" sz="1600" b="0" i="0" kern="1200" dirty="0" err="1" smtClean="0"/>
            <a:t>terakhir</a:t>
          </a:r>
          <a:r>
            <a:rPr lang="en-US" sz="1600" b="0" i="0" kern="1200" dirty="0" smtClean="0"/>
            <a:t>.</a:t>
          </a:r>
          <a:endParaRPr lang="en-US" sz="1600" kern="1200" dirty="0"/>
        </a:p>
      </dsp:txBody>
      <dsp:txXfrm rot="-5400000">
        <a:off x="3621023" y="104546"/>
        <a:ext cx="6408490" cy="533966"/>
      </dsp:txXfrm>
    </dsp:sp>
    <dsp:sp modelId="{554A3418-5592-48FB-82ED-4A85D0824771}">
      <dsp:nvSpPr>
        <dsp:cNvPr id="0" name=""/>
        <dsp:cNvSpPr/>
      </dsp:nvSpPr>
      <dsp:spPr>
        <a:xfrm>
          <a:off x="0" y="1691"/>
          <a:ext cx="3621024" cy="739673"/>
        </a:xfrm>
        <a:prstGeom prst="roundRect">
          <a:avLst/>
        </a:prstGeom>
        <a:solidFill>
          <a:schemeClr val="accent1">
            <a:shade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i="0" kern="1200" dirty="0" smtClean="0"/>
            <a:t>pop </a:t>
          </a:r>
          <a:endParaRPr lang="en-US" sz="3700" kern="1200" dirty="0"/>
        </a:p>
      </dsp:txBody>
      <dsp:txXfrm>
        <a:off x="36108" y="37799"/>
        <a:ext cx="3548808" cy="667457"/>
      </dsp:txXfrm>
    </dsp:sp>
    <dsp:sp modelId="{DBC219E7-3B1E-4A21-A85B-50A5971000AD}">
      <dsp:nvSpPr>
        <dsp:cNvPr id="0" name=""/>
        <dsp:cNvSpPr/>
      </dsp:nvSpPr>
      <dsp:spPr>
        <a:xfrm rot="5400000">
          <a:off x="6543842" y="-2070501"/>
          <a:ext cx="591738" cy="6437376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 smtClean="0"/>
            <a:t>Untuk </a:t>
          </a:r>
          <a:r>
            <a:rPr lang="en-US" sz="1600" b="0" i="0" kern="1200" dirty="0" err="1" smtClean="0"/>
            <a:t>membuang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atau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menghapus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nilai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dari</a:t>
          </a:r>
          <a:r>
            <a:rPr lang="en-US" sz="1600" b="0" i="0" kern="1200" dirty="0" smtClean="0"/>
            <a:t> list </a:t>
          </a:r>
          <a:r>
            <a:rPr lang="en-US" sz="1600" b="0" i="0" kern="1200" dirty="0" err="1" smtClean="0"/>
            <a:t>berdasarkan</a:t>
          </a:r>
          <a:r>
            <a:rPr lang="en-US" sz="1600" b="0" i="0" kern="1200" dirty="0" smtClean="0"/>
            <a:t> index yang </a:t>
          </a:r>
          <a:r>
            <a:rPr lang="en-US" sz="1600" b="0" i="0" kern="1200" dirty="0" err="1" smtClean="0"/>
            <a:t>ditentukan</a:t>
          </a:r>
          <a:endParaRPr lang="en-US" sz="1600" kern="1200" dirty="0"/>
        </a:p>
      </dsp:txBody>
      <dsp:txXfrm rot="-5400000">
        <a:off x="3621023" y="881204"/>
        <a:ext cx="6408490" cy="533966"/>
      </dsp:txXfrm>
    </dsp:sp>
    <dsp:sp modelId="{551AF332-2806-47AD-8960-1FCD7D2C8606}">
      <dsp:nvSpPr>
        <dsp:cNvPr id="0" name=""/>
        <dsp:cNvSpPr/>
      </dsp:nvSpPr>
      <dsp:spPr>
        <a:xfrm>
          <a:off x="0" y="778349"/>
          <a:ext cx="3621024" cy="739673"/>
        </a:xfrm>
        <a:prstGeom prst="roundRect">
          <a:avLst/>
        </a:prstGeom>
        <a:solidFill>
          <a:schemeClr val="accent1">
            <a:shade val="50000"/>
            <a:hueOff val="123870"/>
            <a:satOff val="-9768"/>
            <a:lumOff val="187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i="0" kern="1200" dirty="0" smtClean="0"/>
            <a:t>remove </a:t>
          </a:r>
          <a:endParaRPr lang="en-US" sz="3700" kern="1200" dirty="0"/>
        </a:p>
      </dsp:txBody>
      <dsp:txXfrm>
        <a:off x="36108" y="814457"/>
        <a:ext cx="3548808" cy="667457"/>
      </dsp:txXfrm>
    </dsp:sp>
    <dsp:sp modelId="{72F8D44B-2F53-4D79-A2B2-0A35BA7F3CDD}">
      <dsp:nvSpPr>
        <dsp:cNvPr id="0" name=""/>
        <dsp:cNvSpPr/>
      </dsp:nvSpPr>
      <dsp:spPr>
        <a:xfrm rot="5400000">
          <a:off x="6543842" y="-1293844"/>
          <a:ext cx="591738" cy="6437376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 smtClean="0"/>
            <a:t>Untuk </a:t>
          </a:r>
          <a:r>
            <a:rPr lang="en-US" sz="1600" b="0" i="0" kern="1200" dirty="0" err="1" smtClean="0"/>
            <a:t>menggabungkan</a:t>
          </a:r>
          <a:r>
            <a:rPr lang="en-US" sz="1600" b="0" i="0" kern="1200" dirty="0" smtClean="0"/>
            <a:t> list di python</a:t>
          </a:r>
          <a:endParaRPr lang="en-US" sz="1600" kern="1200" dirty="0"/>
        </a:p>
      </dsp:txBody>
      <dsp:txXfrm rot="-5400000">
        <a:off x="3621023" y="1657861"/>
        <a:ext cx="6408490" cy="533966"/>
      </dsp:txXfrm>
    </dsp:sp>
    <dsp:sp modelId="{DD85F757-47A1-4964-B01D-2DAE8618218E}">
      <dsp:nvSpPr>
        <dsp:cNvPr id="0" name=""/>
        <dsp:cNvSpPr/>
      </dsp:nvSpPr>
      <dsp:spPr>
        <a:xfrm>
          <a:off x="0" y="1555006"/>
          <a:ext cx="3621024" cy="739673"/>
        </a:xfrm>
        <a:prstGeom prst="roundRect">
          <a:avLst/>
        </a:prstGeom>
        <a:solidFill>
          <a:schemeClr val="accent1">
            <a:shade val="50000"/>
            <a:hueOff val="247741"/>
            <a:satOff val="-19537"/>
            <a:lumOff val="375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i="0" kern="1200" dirty="0" smtClean="0"/>
            <a:t>extend </a:t>
          </a:r>
          <a:endParaRPr lang="en-US" sz="3700" kern="1200" dirty="0"/>
        </a:p>
      </dsp:txBody>
      <dsp:txXfrm>
        <a:off x="36108" y="1591114"/>
        <a:ext cx="3548808" cy="667457"/>
      </dsp:txXfrm>
    </dsp:sp>
    <dsp:sp modelId="{31293A61-D5ED-49FE-B468-A7C4B3DB367E}">
      <dsp:nvSpPr>
        <dsp:cNvPr id="0" name=""/>
        <dsp:cNvSpPr/>
      </dsp:nvSpPr>
      <dsp:spPr>
        <a:xfrm rot="5400000">
          <a:off x="6543842" y="-517187"/>
          <a:ext cx="591738" cy="6437376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 smtClean="0"/>
            <a:t>Untuk </a:t>
          </a:r>
          <a:r>
            <a:rPr lang="en-US" sz="1600" b="0" i="0" kern="1200" dirty="0" err="1" smtClean="0"/>
            <a:t>membalikkan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urutan</a:t>
          </a:r>
          <a:r>
            <a:rPr lang="en-US" sz="1600" b="0" i="0" kern="1200" dirty="0" smtClean="0"/>
            <a:t> index </a:t>
          </a:r>
          <a:r>
            <a:rPr lang="en-US" sz="1600" b="0" i="0" kern="1200" dirty="0" err="1" smtClean="0"/>
            <a:t>dalam</a:t>
          </a:r>
          <a:r>
            <a:rPr lang="en-US" sz="1600" b="0" i="0" kern="1200" dirty="0" smtClean="0"/>
            <a:t> list</a:t>
          </a:r>
          <a:endParaRPr lang="en-US" sz="1600" kern="1200" dirty="0"/>
        </a:p>
      </dsp:txBody>
      <dsp:txXfrm rot="-5400000">
        <a:off x="3621023" y="2434518"/>
        <a:ext cx="6408490" cy="533966"/>
      </dsp:txXfrm>
    </dsp:sp>
    <dsp:sp modelId="{D9071663-F5E8-40CF-A535-19229569B664}">
      <dsp:nvSpPr>
        <dsp:cNvPr id="0" name=""/>
        <dsp:cNvSpPr/>
      </dsp:nvSpPr>
      <dsp:spPr>
        <a:xfrm>
          <a:off x="0" y="2331664"/>
          <a:ext cx="3621024" cy="739673"/>
        </a:xfrm>
        <a:prstGeom prst="roundRect">
          <a:avLst/>
        </a:prstGeom>
        <a:solidFill>
          <a:schemeClr val="accent1">
            <a:shade val="50000"/>
            <a:hueOff val="247741"/>
            <a:satOff val="-19537"/>
            <a:lumOff val="375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i="0" kern="1200" dirty="0" smtClean="0"/>
            <a:t>reverse </a:t>
          </a:r>
          <a:endParaRPr lang="en-US" sz="3700" kern="1200" dirty="0"/>
        </a:p>
      </dsp:txBody>
      <dsp:txXfrm>
        <a:off x="36108" y="2367772"/>
        <a:ext cx="3548808" cy="667457"/>
      </dsp:txXfrm>
    </dsp:sp>
    <dsp:sp modelId="{D8FD930B-EAE5-46FD-84EB-F1F53C08DF8B}">
      <dsp:nvSpPr>
        <dsp:cNvPr id="0" name=""/>
        <dsp:cNvSpPr/>
      </dsp:nvSpPr>
      <dsp:spPr>
        <a:xfrm rot="5400000">
          <a:off x="6543842" y="259470"/>
          <a:ext cx="591738" cy="6437376"/>
        </a:xfrm>
        <a:prstGeom prst="round2SameRect">
          <a:avLst/>
        </a:prstGeom>
        <a:solidFill>
          <a:schemeClr val="accent1">
            <a:alpha val="90000"/>
            <a:tint val="5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55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 dirty="0" smtClean="0"/>
            <a:t>Untuk </a:t>
          </a:r>
          <a:r>
            <a:rPr lang="en-US" sz="1600" b="0" i="0" kern="1200" dirty="0" err="1" smtClean="0"/>
            <a:t>mengurutkan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nilai</a:t>
          </a:r>
          <a:r>
            <a:rPr lang="en-US" sz="1600" b="0" i="0" kern="1200" dirty="0" smtClean="0"/>
            <a:t> </a:t>
          </a:r>
          <a:r>
            <a:rPr lang="en-US" sz="1600" b="0" i="0" kern="1200" dirty="0" err="1" smtClean="0"/>
            <a:t>dalam</a:t>
          </a:r>
          <a:r>
            <a:rPr lang="en-US" sz="1600" b="0" i="0" kern="1200" dirty="0" smtClean="0"/>
            <a:t> list </a:t>
          </a:r>
          <a:r>
            <a:rPr lang="en-US" sz="1600" b="0" i="0" kern="1200" dirty="0" err="1" smtClean="0"/>
            <a:t>dari</a:t>
          </a:r>
          <a:r>
            <a:rPr lang="en-US" sz="1600" b="0" i="0" kern="1200" dirty="0" smtClean="0"/>
            <a:t> yang </a:t>
          </a:r>
          <a:r>
            <a:rPr lang="en-US" sz="1600" b="0" i="0" kern="1200" dirty="0" err="1" smtClean="0"/>
            <a:t>terendah</a:t>
          </a:r>
          <a:endParaRPr lang="en-US" sz="1600" kern="1200" dirty="0"/>
        </a:p>
      </dsp:txBody>
      <dsp:txXfrm rot="-5400000">
        <a:off x="3621023" y="3211175"/>
        <a:ext cx="6408490" cy="533966"/>
      </dsp:txXfrm>
    </dsp:sp>
    <dsp:sp modelId="{AE15343E-EF68-4FF4-9EC0-CB892124F5DC}">
      <dsp:nvSpPr>
        <dsp:cNvPr id="0" name=""/>
        <dsp:cNvSpPr/>
      </dsp:nvSpPr>
      <dsp:spPr>
        <a:xfrm>
          <a:off x="0" y="3108321"/>
          <a:ext cx="3621024" cy="739673"/>
        </a:xfrm>
        <a:prstGeom prst="roundRect">
          <a:avLst/>
        </a:prstGeom>
        <a:solidFill>
          <a:schemeClr val="accent1">
            <a:shade val="50000"/>
            <a:hueOff val="123870"/>
            <a:satOff val="-9768"/>
            <a:lumOff val="187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b="1" i="0" kern="1200" dirty="0" smtClean="0"/>
            <a:t>sort </a:t>
          </a:r>
          <a:r>
            <a:rPr lang="en-US" sz="3700" b="0" i="0" kern="1200" dirty="0" smtClean="0"/>
            <a:t> </a:t>
          </a:r>
          <a:endParaRPr lang="en-US" sz="3700" kern="1200" dirty="0"/>
        </a:p>
      </dsp:txBody>
      <dsp:txXfrm>
        <a:off x="36108" y="3144429"/>
        <a:ext cx="3548808" cy="6674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49CF7E-CD91-4038-8328-AA4D95B432D5}">
      <dsp:nvSpPr>
        <dsp:cNvPr id="0" name=""/>
        <dsp:cNvSpPr/>
      </dsp:nvSpPr>
      <dsp:spPr>
        <a:xfrm rot="5400000">
          <a:off x="6343463" y="-2596497"/>
          <a:ext cx="992497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 smtClean="0"/>
            <a:t>Untuk </a:t>
          </a:r>
          <a:r>
            <a:rPr lang="en-US" sz="2800" b="0" i="0" kern="1200" dirty="0" err="1" smtClean="0"/>
            <a:t>menemukan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nilai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terbesar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dalam</a:t>
          </a:r>
          <a:r>
            <a:rPr lang="en-US" sz="2800" b="0" i="0" kern="1200" dirty="0" smtClean="0"/>
            <a:t> list</a:t>
          </a:r>
          <a:endParaRPr lang="en-US" sz="2800" kern="1200" dirty="0"/>
        </a:p>
      </dsp:txBody>
      <dsp:txXfrm rot="-5400000">
        <a:off x="3621024" y="174392"/>
        <a:ext cx="6388926" cy="895597"/>
      </dsp:txXfrm>
    </dsp:sp>
    <dsp:sp modelId="{F279B165-D917-4A52-8334-A6C25C9861EA}">
      <dsp:nvSpPr>
        <dsp:cNvPr id="0" name=""/>
        <dsp:cNvSpPr/>
      </dsp:nvSpPr>
      <dsp:spPr>
        <a:xfrm>
          <a:off x="0" y="1879"/>
          <a:ext cx="3621024" cy="1240621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b="1" i="0" kern="1200" dirty="0" smtClean="0"/>
            <a:t>max </a:t>
          </a:r>
          <a:r>
            <a:rPr lang="en-US" sz="6200" b="0" i="0" kern="1200" dirty="0" smtClean="0"/>
            <a:t> </a:t>
          </a:r>
          <a:endParaRPr lang="en-US" sz="6200" kern="1200" dirty="0"/>
        </a:p>
      </dsp:txBody>
      <dsp:txXfrm>
        <a:off x="60562" y="62441"/>
        <a:ext cx="3499900" cy="1119497"/>
      </dsp:txXfrm>
    </dsp:sp>
    <dsp:sp modelId="{867B2F90-FAC5-42DC-81E3-4BEFDC448329}">
      <dsp:nvSpPr>
        <dsp:cNvPr id="0" name=""/>
        <dsp:cNvSpPr/>
      </dsp:nvSpPr>
      <dsp:spPr>
        <a:xfrm rot="5400000">
          <a:off x="6343463" y="-1293844"/>
          <a:ext cx="992497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i-FI" sz="2800" b="0" i="0" kern="1200" dirty="0" smtClean="0"/>
            <a:t>Untuk menemukan nilai terkecil dalam list</a:t>
          </a:r>
          <a:endParaRPr lang="en-US" sz="2800" kern="1200" dirty="0"/>
        </a:p>
      </dsp:txBody>
      <dsp:txXfrm rot="-5400000">
        <a:off x="3621024" y="1477045"/>
        <a:ext cx="6388926" cy="895597"/>
      </dsp:txXfrm>
    </dsp:sp>
    <dsp:sp modelId="{BD33A546-0FFF-45B0-97B9-5A43E429C1F9}">
      <dsp:nvSpPr>
        <dsp:cNvPr id="0" name=""/>
        <dsp:cNvSpPr/>
      </dsp:nvSpPr>
      <dsp:spPr>
        <a:xfrm>
          <a:off x="0" y="1304532"/>
          <a:ext cx="3621024" cy="1240621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i-FI" sz="6200" b="1" i="0" kern="1200" dirty="0" smtClean="0"/>
            <a:t>min </a:t>
          </a:r>
          <a:endParaRPr lang="en-US" sz="6200" kern="1200" dirty="0"/>
        </a:p>
      </dsp:txBody>
      <dsp:txXfrm>
        <a:off x="60562" y="1365094"/>
        <a:ext cx="3499900" cy="1119497"/>
      </dsp:txXfrm>
    </dsp:sp>
    <dsp:sp modelId="{4F1692C3-BA5A-4E27-88BF-A5A29AEF51A1}">
      <dsp:nvSpPr>
        <dsp:cNvPr id="0" name=""/>
        <dsp:cNvSpPr/>
      </dsp:nvSpPr>
      <dsp:spPr>
        <a:xfrm rot="5400000">
          <a:off x="6343463" y="8808"/>
          <a:ext cx="992497" cy="643737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800" b="0" i="0" kern="1200" dirty="0" smtClean="0"/>
            <a:t>Untuk </a:t>
          </a:r>
          <a:r>
            <a:rPr lang="en-US" sz="2800" b="0" i="0" kern="1200" dirty="0" err="1" smtClean="0"/>
            <a:t>menjumlahkan</a:t>
          </a:r>
          <a:r>
            <a:rPr lang="en-US" sz="2800" b="0" i="0" kern="1200" dirty="0" smtClean="0"/>
            <a:t> total </a:t>
          </a:r>
          <a:r>
            <a:rPr lang="en-US" sz="2800" b="0" i="0" kern="1200" dirty="0" err="1" smtClean="0"/>
            <a:t>nilai</a:t>
          </a:r>
          <a:r>
            <a:rPr lang="en-US" sz="2800" b="0" i="0" kern="1200" dirty="0" smtClean="0"/>
            <a:t> </a:t>
          </a:r>
          <a:r>
            <a:rPr lang="en-US" sz="2800" b="0" i="0" kern="1200" dirty="0" err="1" smtClean="0"/>
            <a:t>dalam</a:t>
          </a:r>
          <a:r>
            <a:rPr lang="en-US" sz="2800" b="0" i="0" kern="1200" dirty="0" smtClean="0"/>
            <a:t> list</a:t>
          </a:r>
          <a:endParaRPr lang="en-US" sz="2800" kern="1200" dirty="0"/>
        </a:p>
      </dsp:txBody>
      <dsp:txXfrm rot="-5400000">
        <a:off x="3621024" y="2779697"/>
        <a:ext cx="6388926" cy="895597"/>
      </dsp:txXfrm>
    </dsp:sp>
    <dsp:sp modelId="{63CDE4CA-EF1F-4AFC-AEFF-75DD6464E249}">
      <dsp:nvSpPr>
        <dsp:cNvPr id="0" name=""/>
        <dsp:cNvSpPr/>
      </dsp:nvSpPr>
      <dsp:spPr>
        <a:xfrm>
          <a:off x="0" y="2607185"/>
          <a:ext cx="3621024" cy="1240621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6220" tIns="118110" rIns="236220" bIns="118110" numCol="1" spcCol="1270" anchor="ctr" anchorCtr="0">
          <a:noAutofit/>
        </a:bodyPr>
        <a:lstStyle/>
        <a:p>
          <a:pPr lvl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200" b="1" i="0" kern="1200" dirty="0" smtClean="0"/>
            <a:t>sum </a:t>
          </a:r>
          <a:endParaRPr lang="en-US" sz="6200" kern="1200" dirty="0"/>
        </a:p>
      </dsp:txBody>
      <dsp:txXfrm>
        <a:off x="60562" y="2667747"/>
        <a:ext cx="3499900" cy="111949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73E91-01DC-42F4-9383-F1D1A1A58697}">
      <dsp:nvSpPr>
        <dsp:cNvPr id="0" name=""/>
        <dsp:cNvSpPr/>
      </dsp:nvSpPr>
      <dsp:spPr>
        <a:xfrm>
          <a:off x="2589252" y="242517"/>
          <a:ext cx="5092065" cy="15912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82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err="1" smtClean="0"/>
            <a:t>Perbedaan</a:t>
          </a:r>
          <a:r>
            <a:rPr lang="en-US" sz="2000" b="0" i="0" kern="1200" dirty="0" smtClean="0"/>
            <a:t> list </a:t>
          </a:r>
          <a:r>
            <a:rPr lang="en-US" sz="2000" b="0" i="0" kern="1200" dirty="0" err="1" smtClean="0"/>
            <a:t>dan</a:t>
          </a:r>
          <a:r>
            <a:rPr lang="en-US" sz="2000" b="0" i="0" kern="1200" dirty="0" smtClean="0"/>
            <a:t> array </a:t>
          </a:r>
          <a:r>
            <a:rPr lang="en-US" sz="2000" b="0" i="0" kern="1200" dirty="0" err="1" smtClean="0"/>
            <a:t>hanya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pada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penyimpanannya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saja</a:t>
          </a:r>
          <a:r>
            <a:rPr lang="en-US" sz="2000" b="0" i="0" kern="1200" dirty="0" smtClean="0"/>
            <a:t>. </a:t>
          </a:r>
          <a:endParaRPr lang="en-US" sz="2000" kern="1200" dirty="0"/>
        </a:p>
      </dsp:txBody>
      <dsp:txXfrm>
        <a:off x="2589252" y="242517"/>
        <a:ext cx="5092065" cy="1591270"/>
      </dsp:txXfrm>
    </dsp:sp>
    <dsp:sp modelId="{8B25113E-4593-4F65-B840-BC8820E60E69}">
      <dsp:nvSpPr>
        <dsp:cNvPr id="0" name=""/>
        <dsp:cNvSpPr/>
      </dsp:nvSpPr>
      <dsp:spPr>
        <a:xfrm>
          <a:off x="2377082" y="12667"/>
          <a:ext cx="1113889" cy="1670833"/>
        </a:xfrm>
        <a:prstGeom prst="rect">
          <a:avLst/>
        </a:prstGeom>
        <a:solidFill>
          <a:schemeClr val="accent2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437F9D-6401-4E46-9591-62C5F619295C}">
      <dsp:nvSpPr>
        <dsp:cNvPr id="0" name=""/>
        <dsp:cNvSpPr/>
      </dsp:nvSpPr>
      <dsp:spPr>
        <a:xfrm>
          <a:off x="2589252" y="2245749"/>
          <a:ext cx="5092065" cy="1591270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7820" tIns="76200" rIns="76200" bIns="7620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i="0" kern="1200" dirty="0" err="1" smtClean="0"/>
            <a:t>Jika</a:t>
          </a:r>
          <a:r>
            <a:rPr lang="en-US" sz="2000" b="0" i="0" kern="1200" dirty="0" smtClean="0"/>
            <a:t> array </a:t>
          </a:r>
          <a:r>
            <a:rPr lang="en-US" sz="2000" b="0" i="0" kern="1200" dirty="0" err="1" smtClean="0"/>
            <a:t>bisa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menyimpan</a:t>
          </a:r>
          <a:r>
            <a:rPr lang="en-US" sz="2000" b="0" i="0" kern="1200" dirty="0" smtClean="0"/>
            <a:t> 1 </a:t>
          </a:r>
          <a:r>
            <a:rPr lang="en-US" sz="2000" b="0" i="0" kern="1200" dirty="0" err="1" smtClean="0"/>
            <a:t>tipe</a:t>
          </a:r>
          <a:r>
            <a:rPr lang="en-US" sz="2000" b="0" i="0" kern="1200" dirty="0" smtClean="0"/>
            <a:t> data </a:t>
          </a:r>
          <a:r>
            <a:rPr lang="en-US" sz="2000" b="0" i="0" kern="1200" dirty="0" err="1" smtClean="0"/>
            <a:t>dalam</a:t>
          </a:r>
          <a:r>
            <a:rPr lang="en-US" sz="2000" b="0" i="0" kern="1200" dirty="0" smtClean="0"/>
            <a:t> 1 array, </a:t>
          </a:r>
          <a:r>
            <a:rPr lang="en-US" sz="2000" b="0" i="0" kern="1200" dirty="0" err="1" smtClean="0"/>
            <a:t>maka</a:t>
          </a:r>
          <a:r>
            <a:rPr lang="en-US" sz="2000" b="0" i="0" kern="1200" dirty="0" smtClean="0"/>
            <a:t> list </a:t>
          </a:r>
          <a:r>
            <a:rPr lang="en-US" sz="2000" b="0" i="0" kern="1200" dirty="0" err="1" smtClean="0"/>
            <a:t>dapat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menyimpan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banyak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tipe</a:t>
          </a:r>
          <a:r>
            <a:rPr lang="en-US" sz="2000" b="0" i="0" kern="1200" dirty="0" smtClean="0"/>
            <a:t> data </a:t>
          </a:r>
          <a:r>
            <a:rPr lang="en-US" sz="2000" b="0" i="0" kern="1200" dirty="0" err="1" smtClean="0"/>
            <a:t>dalam</a:t>
          </a:r>
          <a:r>
            <a:rPr lang="en-US" sz="2000" b="0" i="0" kern="1200" dirty="0" smtClean="0"/>
            <a:t> </a:t>
          </a:r>
          <a:r>
            <a:rPr lang="en-US" sz="2000" b="0" i="0" kern="1200" dirty="0" err="1" smtClean="0"/>
            <a:t>satu</a:t>
          </a:r>
          <a:r>
            <a:rPr lang="en-US" sz="2000" b="0" i="0" kern="1200" dirty="0" smtClean="0"/>
            <a:t> list.</a:t>
          </a:r>
          <a:endParaRPr lang="en-US" sz="2000" kern="1200" dirty="0"/>
        </a:p>
      </dsp:txBody>
      <dsp:txXfrm>
        <a:off x="2589252" y="2245749"/>
        <a:ext cx="5092065" cy="1591270"/>
      </dsp:txXfrm>
    </dsp:sp>
    <dsp:sp modelId="{0CE352B4-4B06-4AFC-8D01-0AFED1E43EB1}">
      <dsp:nvSpPr>
        <dsp:cNvPr id="0" name=""/>
        <dsp:cNvSpPr/>
      </dsp:nvSpPr>
      <dsp:spPr>
        <a:xfrm>
          <a:off x="2377082" y="2015899"/>
          <a:ext cx="1113889" cy="1670833"/>
        </a:xfrm>
        <a:prstGeom prst="rect">
          <a:avLst/>
        </a:prstGeom>
        <a:solidFill>
          <a:schemeClr val="accent2">
            <a:tint val="50000"/>
            <a:hueOff val="11804518"/>
            <a:satOff val="-56902"/>
            <a:lumOff val="-63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900" kern="1200" dirty="0" err="1" smtClean="0"/>
            <a:t>Selamat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Ngoding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dengan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Phyton</a:t>
          </a:r>
          <a:r>
            <a:rPr lang="en-US" sz="1900" kern="1200" dirty="0" smtClean="0"/>
            <a:t>. </a:t>
          </a:r>
          <a:endParaRPr lang="en-US" sz="1900" kern="1200" dirty="0"/>
        </a:p>
      </dsp:txBody>
      <dsp:txXfrm>
        <a:off x="35606" y="2695306"/>
        <a:ext cx="2981250" cy="720000"/>
      </dsp:txXfrm>
    </dsp:sp>
    <dsp:sp modelId="{BCD8CDD9-0C56-4401-ADB1-8B48DAB2C96F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900" kern="1200" dirty="0" err="1" smtClean="0"/>
            <a:t>Mahasiswa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Informtika</a:t>
          </a:r>
          <a:r>
            <a:rPr lang="en-US" sz="1900" kern="1200" dirty="0" smtClean="0"/>
            <a:t> UAD </a:t>
          </a:r>
          <a:r>
            <a:rPr lang="en-US" sz="1900" kern="1200" dirty="0" err="1" smtClean="0"/>
            <a:t>bisa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Ngoding</a:t>
          </a:r>
          <a:endParaRPr lang="en-US" sz="1900" kern="1200" dirty="0"/>
        </a:p>
      </dsp:txBody>
      <dsp:txXfrm>
        <a:off x="3538574" y="2695306"/>
        <a:ext cx="2981250" cy="720000"/>
      </dsp:txXfrm>
    </dsp:sp>
    <dsp:sp modelId="{FF93E135-77D6-48A0-8871-9BC93D705D06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lvl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defRPr cap="all"/>
          </a:pPr>
          <a:r>
            <a:rPr lang="en-US" sz="1900" kern="1200" dirty="0" err="1" smtClean="0"/>
            <a:t>Mahasiswa</a:t>
          </a:r>
          <a:r>
            <a:rPr lang="en-US" sz="1900" kern="1200" dirty="0" smtClean="0"/>
            <a:t> </a:t>
          </a:r>
          <a:r>
            <a:rPr lang="en-US" sz="1900" kern="1200" dirty="0" err="1" smtClean="0"/>
            <a:t>Informtika</a:t>
          </a:r>
          <a:r>
            <a:rPr lang="en-US" sz="1900" kern="1200" dirty="0" smtClean="0"/>
            <a:t> UAD </a:t>
          </a:r>
          <a:r>
            <a:rPr lang="en-US" sz="1900" kern="1200" dirty="0" err="1" smtClean="0"/>
            <a:t>kereen</a:t>
          </a:r>
          <a:endParaRPr lang="en-US" sz="1900" kern="1200" dirty="0"/>
        </a:p>
      </dsp:txBody>
      <dsp:txXfrm>
        <a:off x="7041543" y="2695306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xmlns="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xmlns="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xmlns="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xmlns="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6/19/2023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6/19/2023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6/19/2023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xmlns="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xmlns="" id="{2644B391-9BFE-445C-A9EC-F544BB85FB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xmlns="" id="{80F26E69-87D9-4655-AE7B-280A87AA3C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>
            <a:normAutofit fontScale="90000"/>
          </a:bodyPr>
          <a:lstStyle/>
          <a:p>
            <a:r>
              <a:rPr lang="en-US" sz="4400" dirty="0" err="1" smtClean="0">
                <a:solidFill>
                  <a:schemeClr val="tx1"/>
                </a:solidFill>
              </a:rPr>
              <a:t>Pembuatan</a:t>
            </a:r>
            <a:r>
              <a:rPr lang="en-US" sz="4400" dirty="0" smtClean="0">
                <a:solidFill>
                  <a:schemeClr val="tx1"/>
                </a:solidFill>
              </a:rPr>
              <a:t> list </a:t>
            </a:r>
            <a:r>
              <a:rPr lang="en-US" sz="4400" dirty="0" err="1" smtClean="0">
                <a:solidFill>
                  <a:schemeClr val="tx1"/>
                </a:solidFill>
              </a:rPr>
              <a:t>dengan</a:t>
            </a:r>
            <a:r>
              <a:rPr lang="en-US" sz="4400" dirty="0" smtClean="0">
                <a:solidFill>
                  <a:schemeClr val="tx1"/>
                </a:solidFill>
              </a:rPr>
              <a:t> </a:t>
            </a:r>
            <a:r>
              <a:rPr lang="en-US" sz="4400" dirty="0" err="1" smtClean="0">
                <a:solidFill>
                  <a:schemeClr val="tx1"/>
                </a:solidFill>
              </a:rPr>
              <a:t>phyton</a:t>
            </a: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 err="1" smtClean="0">
                <a:solidFill>
                  <a:schemeClr val="tx1"/>
                </a:solidFill>
              </a:rPr>
              <a:t>Materi</a:t>
            </a:r>
            <a:r>
              <a:rPr lang="en-US" dirty="0" smtClean="0">
                <a:solidFill>
                  <a:schemeClr val="tx1"/>
                </a:solidFill>
              </a:rPr>
              <a:t> 10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Definisi</a:t>
            </a:r>
            <a:r>
              <a:rPr lang="en-US" dirty="0" smtClean="0"/>
              <a:t> List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4780346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15117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Fungsi</a:t>
            </a:r>
            <a:r>
              <a:rPr lang="en-US" dirty="0" smtClean="0"/>
              <a:t> List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Phyton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65811625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6455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Fungsi-fungsi</a:t>
            </a:r>
            <a:r>
              <a:rPr lang="en-US" dirty="0" smtClean="0"/>
              <a:t> </a:t>
            </a:r>
            <a:r>
              <a:rPr lang="en-US" dirty="0"/>
              <a:t>list yang </a:t>
            </a:r>
            <a:r>
              <a:rPr lang="en-US" dirty="0"/>
              <a:t>ada pada bahasa pemrograman</a:t>
            </a:r>
            <a:r>
              <a:rPr lang="en-US" dirty="0"/>
              <a:t> python 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2647293"/>
              </p:ext>
            </p:extLst>
          </p:nvPr>
        </p:nvGraphicFramePr>
        <p:xfrm>
          <a:off x="1066799" y="2103438"/>
          <a:ext cx="10552545" cy="4094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859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Fungsi-fungsi</a:t>
            </a:r>
            <a:r>
              <a:rPr lang="en-US" dirty="0"/>
              <a:t> list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 </a:t>
            </a:r>
            <a:r>
              <a:rPr lang="en-US" dirty="0" smtClean="0"/>
              <a:t>(</a:t>
            </a:r>
            <a:r>
              <a:rPr lang="en-US" dirty="0" err="1" smtClean="0"/>
              <a:t>Lanjutan</a:t>
            </a:r>
            <a:r>
              <a:rPr lang="en-US" dirty="0" smtClean="0"/>
              <a:t>)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3441708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736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Fungsi-fungsi</a:t>
            </a:r>
            <a:r>
              <a:rPr lang="en-US" dirty="0"/>
              <a:t> list yang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bahasa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python (</a:t>
            </a:r>
            <a:r>
              <a:rPr lang="en-US" dirty="0" err="1"/>
              <a:t>Lanjutan</a:t>
            </a:r>
            <a:r>
              <a:rPr lang="en-US" dirty="0"/>
              <a:t>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483640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19540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Program List #1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236728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#Program </a:t>
            </a:r>
            <a:r>
              <a:rPr lang="en-US" dirty="0" err="1"/>
              <a:t>Sederhana</a:t>
            </a:r>
            <a:r>
              <a:rPr lang="en-US" dirty="0"/>
              <a:t> List</a:t>
            </a:r>
          </a:p>
          <a:p>
            <a:pPr marL="0" indent="0">
              <a:buNone/>
            </a:pPr>
            <a:r>
              <a:rPr lang="en-US" dirty="0" err="1"/>
              <a:t>list_data</a:t>
            </a:r>
            <a:r>
              <a:rPr lang="en-US" dirty="0"/>
              <a:t> = ["Tutor-All </a:t>
            </a:r>
            <a:r>
              <a:rPr lang="en-US" dirty="0" err="1"/>
              <a:t>Prgramming</a:t>
            </a:r>
            <a:r>
              <a:rPr lang="en-US" dirty="0"/>
              <a:t>", "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Dasar",1, True]</a:t>
            </a:r>
          </a:p>
          <a:p>
            <a:pPr marL="0" indent="0">
              <a:buNone/>
            </a:pPr>
            <a:r>
              <a:rPr lang="en-US" dirty="0" smtClean="0"/>
              <a:t>print </a:t>
            </a:r>
            <a:r>
              <a:rPr lang="en-US" dirty="0"/>
              <a:t>("Data </a:t>
            </a:r>
            <a:r>
              <a:rPr lang="en-US" dirty="0" err="1"/>
              <a:t>dengan</a:t>
            </a:r>
            <a:r>
              <a:rPr lang="en-US" dirty="0"/>
              <a:t> index [0] : ",</a:t>
            </a:r>
            <a:r>
              <a:rPr lang="en-US" dirty="0" err="1"/>
              <a:t>list_data</a:t>
            </a:r>
            <a:r>
              <a:rPr lang="en-US" dirty="0"/>
              <a:t>[0])</a:t>
            </a:r>
          </a:p>
          <a:p>
            <a:pPr marL="0" indent="0">
              <a:buNone/>
            </a:pPr>
            <a:r>
              <a:rPr lang="en-US" dirty="0"/>
              <a:t>print ("Data </a:t>
            </a:r>
            <a:r>
              <a:rPr lang="en-US" dirty="0" err="1"/>
              <a:t>dengan</a:t>
            </a:r>
            <a:r>
              <a:rPr lang="en-US" dirty="0"/>
              <a:t> index [1] : ",</a:t>
            </a:r>
            <a:r>
              <a:rPr lang="en-US" dirty="0" err="1"/>
              <a:t>list_data</a:t>
            </a:r>
            <a:r>
              <a:rPr lang="en-US" dirty="0"/>
              <a:t>[1])</a:t>
            </a:r>
          </a:p>
          <a:p>
            <a:pPr marL="0" indent="0">
              <a:buNone/>
            </a:pPr>
            <a:r>
              <a:rPr lang="en-US" dirty="0"/>
              <a:t>print ("Data </a:t>
            </a:r>
            <a:r>
              <a:rPr lang="en-US" dirty="0" err="1"/>
              <a:t>dengan</a:t>
            </a:r>
            <a:r>
              <a:rPr lang="en-US" dirty="0"/>
              <a:t> index [2] : ",</a:t>
            </a:r>
            <a:r>
              <a:rPr lang="en-US" dirty="0" err="1"/>
              <a:t>list_data</a:t>
            </a:r>
            <a:r>
              <a:rPr lang="en-US" dirty="0"/>
              <a:t>[2])</a:t>
            </a:r>
          </a:p>
          <a:p>
            <a:pPr marL="0" indent="0">
              <a:buNone/>
            </a:pPr>
            <a:r>
              <a:rPr lang="en-US" dirty="0"/>
              <a:t>print ("Data </a:t>
            </a:r>
            <a:r>
              <a:rPr lang="en-US" dirty="0" err="1"/>
              <a:t>dengan</a:t>
            </a:r>
            <a:r>
              <a:rPr lang="en-US" dirty="0"/>
              <a:t> index [3] : ",</a:t>
            </a:r>
            <a:r>
              <a:rPr lang="en-US" dirty="0" err="1"/>
              <a:t>list_data</a:t>
            </a:r>
            <a:r>
              <a:rPr lang="en-US" dirty="0"/>
              <a:t>[3])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558473" y="4396509"/>
            <a:ext cx="60885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Hasilnya</a:t>
            </a:r>
            <a:r>
              <a:rPr lang="en-US" dirty="0" smtClean="0">
                <a:solidFill>
                  <a:srgbClr val="FF0000"/>
                </a:solidFill>
              </a:rPr>
              <a:t>:</a:t>
            </a:r>
          </a:p>
          <a:p>
            <a:r>
              <a:rPr lang="en-US" dirty="0"/>
              <a:t>Data </a:t>
            </a:r>
            <a:r>
              <a:rPr lang="en-US" dirty="0" err="1"/>
              <a:t>dengan</a:t>
            </a:r>
            <a:r>
              <a:rPr lang="en-US" dirty="0"/>
              <a:t> index [0] : Tutor-All </a:t>
            </a:r>
            <a:r>
              <a:rPr lang="en-US" dirty="0" err="1"/>
              <a:t>Prgramming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/>
              <a:t>dengan</a:t>
            </a:r>
            <a:r>
              <a:rPr lang="en-US" dirty="0"/>
              <a:t> index [1] : </a:t>
            </a:r>
            <a:r>
              <a:rPr lang="en-US" dirty="0" err="1"/>
              <a:t>Belajar</a:t>
            </a:r>
            <a:r>
              <a:rPr lang="en-US" dirty="0"/>
              <a:t> </a:t>
            </a:r>
            <a:r>
              <a:rPr lang="en-US" dirty="0" err="1"/>
              <a:t>Pemrograman</a:t>
            </a:r>
            <a:r>
              <a:rPr lang="en-US" dirty="0"/>
              <a:t> </a:t>
            </a:r>
            <a:r>
              <a:rPr lang="en-US" dirty="0" err="1" smtClean="0"/>
              <a:t>Dasar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Data </a:t>
            </a:r>
            <a:r>
              <a:rPr lang="en-US" dirty="0" err="1"/>
              <a:t>dengan</a:t>
            </a:r>
            <a:r>
              <a:rPr lang="en-US" dirty="0"/>
              <a:t> index [2] : 1 </a:t>
            </a:r>
            <a:endParaRPr lang="en-US" dirty="0" smtClean="0"/>
          </a:p>
          <a:p>
            <a:r>
              <a:rPr lang="en-US" dirty="0" smtClean="0"/>
              <a:t>Data </a:t>
            </a:r>
            <a:r>
              <a:rPr lang="en-US" dirty="0" err="1"/>
              <a:t>dengan</a:t>
            </a:r>
            <a:r>
              <a:rPr lang="en-US" dirty="0"/>
              <a:t> index [3] : True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0422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 List </a:t>
            </a:r>
            <a:r>
              <a:rPr lang="en-US" dirty="0" smtClean="0"/>
              <a:t>#2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2103120"/>
            <a:ext cx="10058400" cy="4205316"/>
          </a:xfrm>
        </p:spPr>
        <p:txBody>
          <a:bodyPr>
            <a:noAutofit/>
          </a:bodyPr>
          <a:lstStyle/>
          <a:p>
            <a:r>
              <a:rPr lang="en-US" sz="1400" dirty="0"/>
              <a:t>#</a:t>
            </a:r>
            <a:r>
              <a:rPr lang="en-US" sz="1400" dirty="0" err="1"/>
              <a:t>Deklarasi</a:t>
            </a:r>
            <a:r>
              <a:rPr lang="en-US" sz="1400" dirty="0"/>
              <a:t> List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err="1"/>
              <a:t>list_nilai</a:t>
            </a:r>
            <a:r>
              <a:rPr lang="en-US" sz="1400" dirty="0"/>
              <a:t> = [1,2,3,4,5,6,7,8,9,10]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#</a:t>
            </a:r>
            <a:r>
              <a:rPr lang="en-US" sz="1400" dirty="0" err="1"/>
              <a:t>tampilkan</a:t>
            </a:r>
            <a:r>
              <a:rPr lang="en-US" sz="1400" dirty="0"/>
              <a:t> list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print("List </a:t>
            </a:r>
            <a:r>
              <a:rPr lang="en-US" sz="1400" dirty="0" err="1"/>
              <a:t>Nilai</a:t>
            </a:r>
            <a:r>
              <a:rPr lang="en-US" sz="1400" dirty="0"/>
              <a:t> : \n",</a:t>
            </a:r>
            <a:r>
              <a:rPr lang="en-US" sz="1400" dirty="0" err="1"/>
              <a:t>list_nilai</a:t>
            </a:r>
            <a:r>
              <a:rPr lang="en-US" sz="1400" dirty="0"/>
              <a:t>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#</a:t>
            </a:r>
            <a:r>
              <a:rPr lang="en-US" sz="1400" dirty="0" err="1"/>
              <a:t>menggunakan</a:t>
            </a:r>
            <a:r>
              <a:rPr lang="en-US" sz="1400" dirty="0"/>
              <a:t> </a:t>
            </a:r>
            <a:r>
              <a:rPr lang="en-US" sz="1400" dirty="0" err="1"/>
              <a:t>len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print("\</a:t>
            </a:r>
            <a:r>
              <a:rPr lang="en-US" sz="1400" dirty="0" err="1"/>
              <a:t>nJumlah</a:t>
            </a:r>
            <a:r>
              <a:rPr lang="en-US" sz="1400" dirty="0"/>
              <a:t> Index list </a:t>
            </a:r>
            <a:r>
              <a:rPr lang="en-US" sz="1400" dirty="0" err="1"/>
              <a:t>nilai</a:t>
            </a:r>
            <a:r>
              <a:rPr lang="en-US" sz="1400" dirty="0"/>
              <a:t> (</a:t>
            </a:r>
            <a:r>
              <a:rPr lang="en-US" sz="1400" dirty="0" err="1"/>
              <a:t>len</a:t>
            </a:r>
            <a:r>
              <a:rPr lang="en-US" sz="1400" dirty="0"/>
              <a:t>) : \n", </a:t>
            </a:r>
            <a:r>
              <a:rPr lang="en-US" sz="1400" dirty="0" err="1"/>
              <a:t>len</a:t>
            </a:r>
            <a:r>
              <a:rPr lang="en-US" sz="1400" dirty="0"/>
              <a:t>(</a:t>
            </a:r>
            <a:r>
              <a:rPr lang="en-US" sz="1400" dirty="0" err="1"/>
              <a:t>list_nilai</a:t>
            </a:r>
            <a:r>
              <a:rPr lang="en-US" sz="1400" dirty="0"/>
              <a:t>))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#</a:t>
            </a:r>
            <a:r>
              <a:rPr lang="en-US" sz="1400" dirty="0" err="1"/>
              <a:t>menggunakan</a:t>
            </a:r>
            <a:r>
              <a:rPr lang="en-US" sz="1400" dirty="0"/>
              <a:t> count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print("\</a:t>
            </a:r>
            <a:r>
              <a:rPr lang="en-US" sz="1400" dirty="0" err="1"/>
              <a:t>nJumlah</a:t>
            </a:r>
            <a:r>
              <a:rPr lang="en-US" sz="1400" dirty="0"/>
              <a:t> </a:t>
            </a:r>
            <a:r>
              <a:rPr lang="en-US" sz="1400" dirty="0" err="1"/>
              <a:t>Nilai</a:t>
            </a:r>
            <a:r>
              <a:rPr lang="en-US" sz="1400" dirty="0"/>
              <a:t> 5 </a:t>
            </a:r>
            <a:r>
              <a:rPr lang="en-US" sz="1400" dirty="0" err="1"/>
              <a:t>Dalam</a:t>
            </a:r>
            <a:r>
              <a:rPr lang="en-US" sz="1400" dirty="0"/>
              <a:t> List (count) : \n", </a:t>
            </a:r>
            <a:r>
              <a:rPr lang="en-US" sz="1400" dirty="0" err="1"/>
              <a:t>list_nilai.count</a:t>
            </a:r>
            <a:r>
              <a:rPr lang="en-US" sz="1400" dirty="0"/>
              <a:t>(5))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#</a:t>
            </a:r>
            <a:r>
              <a:rPr lang="en-US" sz="1400" dirty="0" err="1"/>
              <a:t>Menggunakan</a:t>
            </a:r>
            <a:r>
              <a:rPr lang="en-US" sz="1400" dirty="0"/>
              <a:t> append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print("\</a:t>
            </a:r>
            <a:r>
              <a:rPr lang="en-US" sz="1400" dirty="0" err="1"/>
              <a:t>nMenambah</a:t>
            </a:r>
            <a:r>
              <a:rPr lang="en-US" sz="1400" dirty="0"/>
              <a:t> element </a:t>
            </a:r>
            <a:r>
              <a:rPr lang="en-US" sz="1400" dirty="0" err="1"/>
              <a:t>dalam</a:t>
            </a:r>
            <a:r>
              <a:rPr lang="en-US" sz="1400" dirty="0"/>
              <a:t> list (append) : ")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err="1"/>
              <a:t>list_nilai.append</a:t>
            </a:r>
            <a:r>
              <a:rPr lang="en-US" sz="1400" dirty="0"/>
              <a:t>(12)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 err="1"/>
              <a:t>list_nilai.append</a:t>
            </a:r>
            <a:r>
              <a:rPr lang="en-US" sz="1400" dirty="0"/>
              <a:t>(10)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>print("List </a:t>
            </a:r>
            <a:r>
              <a:rPr lang="en-US" sz="1400" dirty="0" err="1"/>
              <a:t>Nilai</a:t>
            </a:r>
            <a:r>
              <a:rPr lang="en-US" sz="1400" dirty="0"/>
              <a:t> : ",</a:t>
            </a:r>
            <a:r>
              <a:rPr lang="en-US" sz="1400" dirty="0" err="1"/>
              <a:t>list_nilai</a:t>
            </a:r>
            <a:r>
              <a:rPr lang="en-US" sz="1400" dirty="0"/>
              <a:t>)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/>
              <a:t/>
            </a:r>
            <a:br>
              <a:rPr lang="en-US" sz="1400" dirty="0"/>
            </a:br>
            <a:r>
              <a:rPr lang="en-US" sz="1000" dirty="0"/>
              <a:t/>
            </a:r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17454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Program List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#</a:t>
            </a:r>
            <a:r>
              <a:rPr lang="en-US" sz="1800" dirty="0" err="1"/>
              <a:t>Menggunakan</a:t>
            </a:r>
            <a:r>
              <a:rPr lang="en-US" sz="1800" dirty="0"/>
              <a:t> index</a:t>
            </a:r>
            <a:br>
              <a:rPr lang="en-US" sz="1800" dirty="0"/>
            </a:br>
            <a:r>
              <a:rPr lang="en-US" sz="1800" dirty="0"/>
              <a:t>print("\</a:t>
            </a:r>
            <a:r>
              <a:rPr lang="en-US" sz="1800" dirty="0" err="1"/>
              <a:t>nIndex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8 (index) : \n", </a:t>
            </a:r>
            <a:r>
              <a:rPr lang="en-US" sz="1800" dirty="0" err="1"/>
              <a:t>list_nilai.index</a:t>
            </a:r>
            <a:r>
              <a:rPr lang="en-US" sz="1800" dirty="0"/>
              <a:t>(8))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#</a:t>
            </a:r>
            <a:r>
              <a:rPr lang="en-US" sz="1800" dirty="0" err="1"/>
              <a:t>Menggunakan</a:t>
            </a:r>
            <a:r>
              <a:rPr lang="en-US" sz="1800" dirty="0"/>
              <a:t> insert</a:t>
            </a:r>
            <a:br>
              <a:rPr lang="en-US" sz="1800" dirty="0"/>
            </a:br>
            <a:r>
              <a:rPr lang="en-US" sz="1800" dirty="0" err="1"/>
              <a:t>list_nilai.insert</a:t>
            </a:r>
            <a:r>
              <a:rPr lang="en-US" sz="1800" dirty="0"/>
              <a:t>(1,12)</a:t>
            </a:r>
            <a:br>
              <a:rPr lang="en-US" sz="1800" dirty="0"/>
            </a:br>
            <a:r>
              <a:rPr lang="en-US" sz="1800" dirty="0"/>
              <a:t>print("\</a:t>
            </a:r>
            <a:r>
              <a:rPr lang="en-US" sz="1800" dirty="0" err="1"/>
              <a:t>nTambah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List (Insert) : \n", </a:t>
            </a:r>
            <a:r>
              <a:rPr lang="en-US" sz="1800" dirty="0" err="1"/>
              <a:t>list_nilai</a:t>
            </a:r>
            <a:r>
              <a:rPr lang="en-US" sz="1800" dirty="0"/>
              <a:t>)</a:t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>#</a:t>
            </a:r>
            <a:r>
              <a:rPr lang="en-US" sz="1800" dirty="0" err="1"/>
              <a:t>Menggunakan</a:t>
            </a:r>
            <a:r>
              <a:rPr lang="en-US" sz="1800" dirty="0"/>
              <a:t> pop</a:t>
            </a:r>
            <a:br>
              <a:rPr lang="en-US" sz="1800" dirty="0"/>
            </a:br>
            <a:r>
              <a:rPr lang="en-US" sz="1800" dirty="0" err="1"/>
              <a:t>list_nilai.pop</a:t>
            </a:r>
            <a:r>
              <a:rPr lang="en-US" sz="1800" dirty="0"/>
              <a:t>()</a:t>
            </a:r>
            <a:br>
              <a:rPr lang="en-US" sz="1800" dirty="0"/>
            </a:br>
            <a:r>
              <a:rPr lang="en-US" sz="1800" dirty="0" err="1"/>
              <a:t>list_nilai.pop</a:t>
            </a:r>
            <a:r>
              <a:rPr lang="en-US" sz="1800" dirty="0"/>
              <a:t>()</a:t>
            </a:r>
            <a:br>
              <a:rPr lang="en-US" sz="1800" dirty="0"/>
            </a:br>
            <a:r>
              <a:rPr lang="en-US" sz="1800" dirty="0"/>
              <a:t>print("\</a:t>
            </a:r>
            <a:r>
              <a:rPr lang="en-US" sz="1800" dirty="0" err="1"/>
              <a:t>nList</a:t>
            </a:r>
            <a:r>
              <a:rPr lang="en-US" sz="1800" dirty="0"/>
              <a:t> </a:t>
            </a:r>
            <a:r>
              <a:rPr lang="en-US" sz="1800" dirty="0" err="1"/>
              <a:t>Nilai</a:t>
            </a:r>
            <a:r>
              <a:rPr lang="en-US" sz="1800" dirty="0"/>
              <a:t> (pop) : \n",</a:t>
            </a:r>
            <a:r>
              <a:rPr lang="en-US" sz="1800" dirty="0" err="1"/>
              <a:t>list_nilai</a:t>
            </a:r>
            <a:r>
              <a:rPr lang="en-US" sz="1800" dirty="0"/>
              <a:t>)</a:t>
            </a:r>
            <a:br>
              <a:rPr lang="en-US" sz="180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5381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Contoh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List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Phyton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#</a:t>
            </a:r>
            <a:r>
              <a:rPr lang="en-US" sz="1600" dirty="0" err="1"/>
              <a:t>Menggunakan</a:t>
            </a:r>
            <a:r>
              <a:rPr lang="en-US" sz="1600" dirty="0"/>
              <a:t> remove</a:t>
            </a:r>
            <a:br>
              <a:rPr lang="en-US" sz="1600" dirty="0"/>
            </a:br>
            <a:r>
              <a:rPr lang="en-US" sz="1600" dirty="0" err="1"/>
              <a:t>list_nilai.remove</a:t>
            </a:r>
            <a:r>
              <a:rPr lang="en-US" sz="1600" dirty="0"/>
              <a:t>(2)</a:t>
            </a:r>
            <a:br>
              <a:rPr lang="en-US" sz="1600" dirty="0"/>
            </a:br>
            <a:r>
              <a:rPr lang="en-US" sz="1600" dirty="0" err="1"/>
              <a:t>list_nilai.remove</a:t>
            </a:r>
            <a:r>
              <a:rPr lang="en-US" sz="1600" dirty="0"/>
              <a:t>(1)</a:t>
            </a:r>
            <a:br>
              <a:rPr lang="en-US" sz="1600" dirty="0"/>
            </a:br>
            <a:r>
              <a:rPr lang="en-US" sz="1600" dirty="0"/>
              <a:t>print("\</a:t>
            </a:r>
            <a:r>
              <a:rPr lang="en-US" sz="1600" dirty="0" err="1"/>
              <a:t>nList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(remove) : \n", </a:t>
            </a:r>
            <a:r>
              <a:rPr lang="en-US" sz="1600" dirty="0" err="1"/>
              <a:t>list_nilai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#</a:t>
            </a:r>
            <a:r>
              <a:rPr lang="en-US" sz="1600" dirty="0" err="1"/>
              <a:t>Menggunakan</a:t>
            </a:r>
            <a:r>
              <a:rPr lang="en-US" sz="1600" dirty="0"/>
              <a:t> extend</a:t>
            </a:r>
            <a:br>
              <a:rPr lang="en-US" sz="1600" dirty="0"/>
            </a:br>
            <a:r>
              <a:rPr lang="en-US" sz="1600" dirty="0"/>
              <a:t>list_nilai2 = [4,3,8,7]</a:t>
            </a:r>
            <a:br>
              <a:rPr lang="en-US" sz="1600" dirty="0"/>
            </a:br>
            <a:r>
              <a:rPr lang="en-US" sz="1600" dirty="0" err="1"/>
              <a:t>list_nilai.extend</a:t>
            </a:r>
            <a:r>
              <a:rPr lang="en-US" sz="1600" dirty="0"/>
              <a:t>(list_nilai2)</a:t>
            </a:r>
            <a:br>
              <a:rPr lang="en-US" sz="1600" dirty="0"/>
            </a:br>
            <a:r>
              <a:rPr lang="en-US" sz="1600" dirty="0"/>
              <a:t>print("\</a:t>
            </a:r>
            <a:r>
              <a:rPr lang="en-US" sz="1600" dirty="0" err="1"/>
              <a:t>nList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(extend : \n", </a:t>
            </a:r>
            <a:r>
              <a:rPr lang="en-US" sz="1600" dirty="0" err="1"/>
              <a:t>list_nilai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#</a:t>
            </a:r>
            <a:r>
              <a:rPr lang="en-US" sz="1600" dirty="0" err="1"/>
              <a:t>Menggunakan</a:t>
            </a:r>
            <a:r>
              <a:rPr lang="en-US" sz="1600" dirty="0"/>
              <a:t> reverse</a:t>
            </a:r>
            <a:br>
              <a:rPr lang="en-US" sz="1600" dirty="0"/>
            </a:br>
            <a:r>
              <a:rPr lang="en-US" sz="1600" dirty="0" err="1"/>
              <a:t>list_nilai.reverse</a:t>
            </a:r>
            <a:r>
              <a:rPr lang="en-US" sz="1600" dirty="0"/>
              <a:t>()</a:t>
            </a:r>
            <a:br>
              <a:rPr lang="en-US" sz="1600" dirty="0"/>
            </a:br>
            <a:r>
              <a:rPr lang="en-US" sz="1600" dirty="0"/>
              <a:t>print("\</a:t>
            </a:r>
            <a:r>
              <a:rPr lang="en-US" sz="1600" dirty="0" err="1"/>
              <a:t>nList</a:t>
            </a:r>
            <a:r>
              <a:rPr lang="en-US" sz="1600" dirty="0"/>
              <a:t> </a:t>
            </a:r>
            <a:r>
              <a:rPr lang="en-US" sz="1600" dirty="0" err="1"/>
              <a:t>Nilai</a:t>
            </a:r>
            <a:r>
              <a:rPr lang="en-US" sz="1600" dirty="0"/>
              <a:t> (reverse) : \n", </a:t>
            </a:r>
            <a:r>
              <a:rPr lang="en-US" sz="1600" dirty="0" err="1"/>
              <a:t>list_nilai</a:t>
            </a:r>
            <a:r>
              <a:rPr lang="en-US" sz="1600" dirty="0"/>
              <a:t>)</a:t>
            </a:r>
            <a:br>
              <a:rPr lang="en-US" sz="1600" dirty="0"/>
            </a:br>
            <a:r>
              <a:rPr lang="en-US" sz="1600" dirty="0"/>
              <a:t/>
            </a:r>
            <a:br>
              <a:rPr lang="en-US" sz="1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9350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Perbedaan</a:t>
            </a:r>
            <a:r>
              <a:rPr lang="en-US" dirty="0" smtClean="0"/>
              <a:t> List </a:t>
            </a:r>
            <a:r>
              <a:rPr lang="en-US" dirty="0" err="1" smtClean="0"/>
              <a:t>dengan</a:t>
            </a:r>
            <a:r>
              <a:rPr lang="en-US" dirty="0" smtClean="0"/>
              <a:t> Array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145934"/>
              </p:ext>
            </p:extLst>
          </p:nvPr>
        </p:nvGraphicFramePr>
        <p:xfrm>
          <a:off x="1066800" y="2103438"/>
          <a:ext cx="10058400" cy="3849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04862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Tugas</a:t>
            </a:r>
            <a:r>
              <a:rPr lang="en-US" dirty="0" smtClean="0"/>
              <a:t> </a:t>
            </a:r>
            <a:r>
              <a:rPr lang="en-US" dirty="0" err="1" smtClean="0"/>
              <a:t>Individu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Berdasarkan</a:t>
            </a:r>
            <a:r>
              <a:rPr lang="en-US" dirty="0" smtClean="0"/>
              <a:t> </a:t>
            </a:r>
            <a:r>
              <a:rPr lang="en-US" dirty="0" err="1" smtClean="0"/>
              <a:t>contoh</a:t>
            </a:r>
            <a:r>
              <a:rPr lang="en-US" dirty="0" smtClean="0"/>
              <a:t> program List#2 </a:t>
            </a:r>
            <a:r>
              <a:rPr lang="en-US" dirty="0" err="1" smtClean="0"/>
              <a:t>Lakukanlah</a:t>
            </a:r>
            <a:r>
              <a:rPr lang="en-US" dirty="0" smtClean="0"/>
              <a:t> </a:t>
            </a:r>
            <a:r>
              <a:rPr lang="en-US" dirty="0" err="1" smtClean="0"/>
              <a:t>modifikasi</a:t>
            </a:r>
            <a:r>
              <a:rPr lang="en-US" dirty="0" smtClean="0"/>
              <a:t> </a:t>
            </a:r>
            <a:r>
              <a:rPr lang="en-US" dirty="0" err="1" smtClean="0"/>
              <a:t>dengan</a:t>
            </a:r>
            <a:r>
              <a:rPr lang="en-US" dirty="0" smtClean="0"/>
              <a:t> </a:t>
            </a:r>
            <a:r>
              <a:rPr lang="en-US" dirty="0" err="1" smtClean="0"/>
              <a:t>menggunakan</a:t>
            </a:r>
            <a:r>
              <a:rPr lang="en-US" dirty="0" smtClean="0"/>
              <a:t> </a:t>
            </a:r>
            <a:r>
              <a:rPr lang="en-US" dirty="0" err="1" smtClean="0"/>
              <a:t>perintah-perintah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list yang </a:t>
            </a:r>
            <a:r>
              <a:rPr lang="en-US" dirty="0" err="1" smtClean="0"/>
              <a:t>telah</a:t>
            </a:r>
            <a:r>
              <a:rPr lang="en-US" dirty="0"/>
              <a:t> </a:t>
            </a:r>
            <a:r>
              <a:rPr lang="en-US" dirty="0" err="1" smtClean="0"/>
              <a:t>dijelaskan</a:t>
            </a:r>
            <a:r>
              <a:rPr lang="en-US" dirty="0" smtClean="0"/>
              <a:t> </a:t>
            </a:r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materi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Pada</a:t>
            </a:r>
            <a:r>
              <a:rPr lang="en-US" dirty="0" smtClean="0"/>
              <a:t> </a:t>
            </a:r>
            <a:r>
              <a:rPr lang="en-US" dirty="0" err="1" smtClean="0"/>
              <a:t>fungsi</a:t>
            </a:r>
            <a:r>
              <a:rPr lang="en-US" dirty="0" smtClean="0"/>
              <a:t> </a:t>
            </a:r>
            <a:r>
              <a:rPr lang="en-US" dirty="0" err="1" smtClean="0"/>
              <a:t>sebagai</a:t>
            </a:r>
            <a:r>
              <a:rPr lang="en-US" dirty="0" smtClean="0"/>
              <a:t> </a:t>
            </a:r>
            <a:r>
              <a:rPr lang="en-US" dirty="0" err="1" smtClean="0"/>
              <a:t>berikut</a:t>
            </a:r>
            <a:r>
              <a:rPr lang="en-US" dirty="0" smtClean="0"/>
              <a:t>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penambahan</a:t>
            </a:r>
            <a:r>
              <a:rPr lang="en-US" dirty="0" smtClean="0"/>
              <a:t> data/</a:t>
            </a:r>
            <a:r>
              <a:rPr lang="en-US" dirty="0" err="1" smtClean="0"/>
              <a:t>penyisipan</a:t>
            </a:r>
            <a:r>
              <a:rPr lang="en-US" dirty="0" smtClean="0"/>
              <a:t> </a:t>
            </a:r>
            <a:r>
              <a:rPr lang="en-US" dirty="0" err="1" smtClean="0"/>
              <a:t>nomor</a:t>
            </a:r>
            <a:r>
              <a:rPr lang="en-US" dirty="0" smtClean="0"/>
              <a:t> 11,12,13,14,15 </a:t>
            </a:r>
            <a:r>
              <a:rPr lang="en-US" dirty="0" err="1" smtClean="0"/>
              <a:t>pada</a:t>
            </a:r>
            <a:r>
              <a:rPr lang="en-US" dirty="0" smtClean="0"/>
              <a:t> list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 err="1" smtClean="0"/>
              <a:t>Lakukan</a:t>
            </a:r>
            <a:r>
              <a:rPr lang="en-US" dirty="0" smtClean="0"/>
              <a:t> </a:t>
            </a:r>
            <a:r>
              <a:rPr lang="en-US" dirty="0" err="1" smtClean="0"/>
              <a:t>perintah</a:t>
            </a:r>
            <a:r>
              <a:rPr lang="en-US" dirty="0" smtClean="0"/>
              <a:t> untuk </a:t>
            </a:r>
            <a:r>
              <a:rPr lang="en-US" dirty="0" err="1" smtClean="0"/>
              <a:t>menghapus</a:t>
            </a:r>
            <a:r>
              <a:rPr lang="en-US" dirty="0" smtClean="0"/>
              <a:t> data </a:t>
            </a:r>
            <a:r>
              <a:rPr lang="en-US" dirty="0" err="1" smtClean="0"/>
              <a:t>nilai</a:t>
            </a:r>
            <a:r>
              <a:rPr lang="en-US" dirty="0" smtClean="0"/>
              <a:t> 5 </a:t>
            </a:r>
            <a:r>
              <a:rPr lang="en-US" dirty="0" err="1" smtClean="0"/>
              <a:t>dan</a:t>
            </a:r>
            <a:r>
              <a:rPr lang="en-US" dirty="0" smtClean="0"/>
              <a:t> 10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 err="1" smtClean="0"/>
              <a:t>Membuat</a:t>
            </a:r>
            <a:r>
              <a:rPr lang="en-US" dirty="0" smtClean="0"/>
              <a:t> program </a:t>
            </a:r>
            <a:r>
              <a:rPr lang="en-US" dirty="0" err="1" smtClean="0"/>
              <a:t>sederhana</a:t>
            </a:r>
            <a:r>
              <a:rPr lang="en-US" dirty="0" smtClean="0"/>
              <a:t> </a:t>
            </a:r>
            <a:r>
              <a:rPr lang="en-US" dirty="0" err="1" smtClean="0"/>
              <a:t>menampilkan</a:t>
            </a:r>
            <a:r>
              <a:rPr lang="en-US" dirty="0" smtClean="0"/>
              <a:t> list untuk data </a:t>
            </a:r>
            <a:r>
              <a:rPr lang="en-US" dirty="0" err="1" smtClean="0"/>
              <a:t>berbentuk</a:t>
            </a:r>
            <a:r>
              <a:rPr lang="en-US" dirty="0" smtClean="0"/>
              <a:t> </a:t>
            </a:r>
            <a:r>
              <a:rPr lang="en-US" dirty="0" err="1" smtClean="0"/>
              <a:t>teks</a:t>
            </a:r>
            <a:endParaRPr lang="en-US" dirty="0" smtClean="0"/>
          </a:p>
          <a:p>
            <a:pPr marL="617220" lvl="1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2272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 err="1" smtClean="0"/>
              <a:t>Terima</a:t>
            </a:r>
            <a:r>
              <a:rPr lang="en-US" dirty="0" smtClean="0"/>
              <a:t> </a:t>
            </a:r>
            <a:r>
              <a:rPr lang="en-US" dirty="0" err="1" smtClean="0"/>
              <a:t>Kasih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401603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441</Words>
  <Application>Microsoft Office PowerPoint</Application>
  <PresentationFormat>Widescreen</PresentationFormat>
  <Paragraphs>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Garamond</vt:lpstr>
      <vt:lpstr>SavonVTI</vt:lpstr>
      <vt:lpstr>Pembuatan list dengan phyton</vt:lpstr>
      <vt:lpstr>Definisi List</vt:lpstr>
      <vt:lpstr>Fungsi List pada Phyton</vt:lpstr>
      <vt:lpstr>Fungsi-fungsi list yang ada pada bahasa pemrograman python :</vt:lpstr>
      <vt:lpstr>Fungsi-fungsi list yang ada pada bahasa pemrograman python (Lanjutan)</vt:lpstr>
      <vt:lpstr>Fungsi-fungsi list yang ada pada bahasa pemrograman python (Lanjutan)</vt:lpstr>
      <vt:lpstr>Contoh Program List #1</vt:lpstr>
      <vt:lpstr>Contoh Program List #2</vt:lpstr>
      <vt:lpstr>Contoh Program List #2</vt:lpstr>
      <vt:lpstr>Contoh Fungsi List dengan Phyton</vt:lpstr>
      <vt:lpstr>Perbedaan List dengan Array</vt:lpstr>
      <vt:lpstr>Tugas Individu</vt:lpstr>
      <vt:lpstr>Terima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2023-06-19T00:43:31Z</dcterms:created>
  <dcterms:modified xsi:type="dcterms:W3CDTF">2023-06-19T02:11:33Z</dcterms:modified>
</cp:coreProperties>
</file>